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12.xml"/>
  <Override ContentType="application/vnd.openxmlformats-officedocument.presentationml.tags+xml" PartName="/ppt/tags/tag114.xml"/>
  <Override ContentType="application/vnd.openxmlformats-officedocument.presentationml.tags+xml" PartName="/ppt/tags/tag328.xml"/>
  <Override ContentType="application/vnd.openxmlformats-officedocument.presentationml.tags+xml" PartName="/ppt/tags/tag1422.xml"/>
  <Override ContentType="application/vnd.openxmlformats-officedocument.presentationml.tags+xml" PartName="/ppt/tags/tag2210.xml"/>
  <Override ContentType="application/vnd.openxmlformats-officedocument.presentationml.tags+xml" PartName="/ppt/tags/tag3126.xml"/>
  <Override ContentType="application/vnd.openxmlformats-officedocument.presentationml.tags+xml" PartName="/ppt/tags/tag3323.xml"/>
  <Override ContentType="application/vnd.openxmlformats-officedocument.presentationml.tags+xml" PartName="/ppt/tags/tag3525.xml"/>
  <Override ContentType="application/vnd.openxmlformats-officedocument.presentationml.tags+xml" PartName="/ppt/tags/tag4124.xml"/>
  <Override ContentType="application/vnd.openxmlformats-officedocument.presentationml.tags+xml" PartName="/ppt/tags/tag12327.xml"/>
  <Override ContentType="application/vnd.openxmlformats-officedocument.presentationml.tags+xml" PartName="/ppt/tags/tag15829.xml"/>
  <Override ContentType="application/vnd.openxmlformats-officedocument.presentationml.tags+xml" PartName="/ppt/tags/tag26215.xml"/>
  <Override ContentType="application/vnd.openxmlformats-officedocument.presentationml.tags+xml" PartName="/ppt/tags/tag47213.xml"/>
  <Override ContentType="application/vnd.openxmlformats-officedocument.presentationml.tags+xml" PartName="/ppt/tags/tag842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1a0e296d705c43a7"/>
    <p:sldId id="257" r:id="Rd29d9d65b30f4014"/>
    <p:sldId id="258" r:id="R977b947871494cb6"/>
    <p:sldId id="259" r:id="R542276edcb2d4fce"/>
    <p:sldId id="260" r:id="R8ef6f98e5b8e4559"/>
    <p:sldId id="261" r:id="R826d4c2145a145b8"/>
    <p:sldId id="262" r:id="R7a519c4dfe5a448a"/>
    <p:sldId id="263" r:id="R8f148b9b7b5640e3"/>
    <p:sldId id="264" r:id="Rc18122c9dff046a2"/>
    <p:sldId id="265" r:id="Rbca7170b0afd4ef3"/>
    <p:sldId id="266" r:id="R3037277f5b99468f"/>
    <p:sldId id="267" r:id="Rfcb106ecbce34c16"/>
    <p:sldId id="268" r:id="R92fa22083d704595"/>
    <p:sldId id="269" r:id="R45b81f64bcaf4813"/>
    <p:sldId id="270" r:id="R8a05860f38c94b13"/>
    <p:sldId id="271" r:id="R343824464146490a"/>
    <p:sldId id="272" r:id="Rfa51f166b1fa410c"/>
    <p:sldId id="273" r:id="R336b1353046742f3"/>
    <p:sldId id="274" r:id="R5f5f28a0d25b403c"/>
    <p:sldId id="275" r:id="R503e319ace7744f0"/>
    <p:sldId id="276" r:id="R0f28bda0742940c1"/>
    <p:sldId id="277" r:id="Rc674bde95f594c33"/>
    <p:sldId id="278" r:id="Rce4ba673348042c5"/>
    <p:sldId id="279" r:id="Re9fa6b3311684fb2"/>
    <p:sldId id="280" r:id="R57817ac0866149d6"/>
    <p:sldId id="281" r:id="R7f54da846942481c"/>
    <p:sldId id="282" r:id="R9aad30ccb17340cf"/>
    <p:sldId id="283" r:id="R9ce9b88f67194d4e"/>
    <p:sldId id="284" r:id="R72ee6199698b41a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51" autoAdjust="0"/>
  </p:normalViewPr>
  <p:slideViewPr>
    <p:cSldViewPr snapToGrid="0" showGuides="1">
      <p:cViewPr varScale="1">
        <p:scale>
          <a:sx n="60" d="100"/>
          <a:sy n="60" d="100"/>
        </p:scale>
        <p:origin x="96" y="115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0f28bda0742940c1" Target="slides/slide26.xml" Type="http://schemas.openxmlformats.org/officeDocument/2006/relationships/slide"/><Relationship Id="R1a0e296d705c43a7" Target="slides/slide6.xml" Type="http://schemas.openxmlformats.org/officeDocument/2006/relationships/slide"/><Relationship Id="R3037277f5b99468f" Target="slides/slide16.xml" Type="http://schemas.openxmlformats.org/officeDocument/2006/relationships/slide"/><Relationship Id="R336b1353046742f3" Target="slides/slide23.xml" Type="http://schemas.openxmlformats.org/officeDocument/2006/relationships/slide"/><Relationship Id="R343824464146490a" Target="slides/slide21.xml" Type="http://schemas.openxmlformats.org/officeDocument/2006/relationships/slide"/><Relationship Id="R45b81f64bcaf4813" Target="slides/slide19.xml" Type="http://schemas.openxmlformats.org/officeDocument/2006/relationships/slide"/><Relationship Id="R503e319ace7744f0" Target="slides/slide25.xml" Type="http://schemas.openxmlformats.org/officeDocument/2006/relationships/slide"/><Relationship Id="R542276edcb2d4fce" Target="slides/slide9.xml" Type="http://schemas.openxmlformats.org/officeDocument/2006/relationships/slide"/><Relationship Id="R57817ac0866149d6" Target="slides/slide30.xml" Type="http://schemas.openxmlformats.org/officeDocument/2006/relationships/slide"/><Relationship Id="R5f5f28a0d25b403c" Target="slides/slide24.xml" Type="http://schemas.openxmlformats.org/officeDocument/2006/relationships/slide"/><Relationship Id="R72ee6199698b41a2" Target="slides/slide34.xml" Type="http://schemas.openxmlformats.org/officeDocument/2006/relationships/slide"/><Relationship Id="R7a519c4dfe5a448a" Target="slides/slide12.xml" Type="http://schemas.openxmlformats.org/officeDocument/2006/relationships/slide"/><Relationship Id="R7f54da846942481c" Target="slides/slide31.xml" Type="http://schemas.openxmlformats.org/officeDocument/2006/relationships/slide"/><Relationship Id="R826d4c2145a145b8" Target="slides/slide11.xml" Type="http://schemas.openxmlformats.org/officeDocument/2006/relationships/slide"/><Relationship Id="R8a05860f38c94b13" Target="slides/slide20.xml" Type="http://schemas.openxmlformats.org/officeDocument/2006/relationships/slide"/><Relationship Id="R8ef6f98e5b8e4559" Target="slides/slide10.xml" Type="http://schemas.openxmlformats.org/officeDocument/2006/relationships/slide"/><Relationship Id="R8f148b9b7b5640e3" Target="slides/slide13.xml" Type="http://schemas.openxmlformats.org/officeDocument/2006/relationships/slide"/><Relationship Id="R92fa22083d704595" Target="slides/slide18.xml" Type="http://schemas.openxmlformats.org/officeDocument/2006/relationships/slide"/><Relationship Id="R977b947871494cb6" Target="slides/slide8.xml" Type="http://schemas.openxmlformats.org/officeDocument/2006/relationships/slide"/><Relationship Id="R9aad30ccb17340cf" Target="slides/slide32.xml" Type="http://schemas.openxmlformats.org/officeDocument/2006/relationships/slide"/><Relationship Id="R9ce9b88f67194d4e" Target="slides/slide33.xml" Type="http://schemas.openxmlformats.org/officeDocument/2006/relationships/slide"/><Relationship Id="Rbca7170b0afd4ef3" Target="slides/slide15.xml" Type="http://schemas.openxmlformats.org/officeDocument/2006/relationships/slide"/><Relationship Id="Rc18122c9dff046a2" Target="slides/slide14.xml" Type="http://schemas.openxmlformats.org/officeDocument/2006/relationships/slide"/><Relationship Id="Rc674bde95f594c33" Target="slides/slide27.xml" Type="http://schemas.openxmlformats.org/officeDocument/2006/relationships/slide"/><Relationship Id="Rce4ba673348042c5" Target="slides/slide28.xml" Type="http://schemas.openxmlformats.org/officeDocument/2006/relationships/slide"/><Relationship Id="Rd29d9d65b30f4014" Target="slides/slide7.xml" Type="http://schemas.openxmlformats.org/officeDocument/2006/relationships/slide"/><Relationship Id="Re9fa6b3311684fb2" Target="slides/slide29.xml" Type="http://schemas.openxmlformats.org/officeDocument/2006/relationships/slide"/><Relationship Id="Rfa51f166b1fa410c" Target="slides/slide22.xml" Type="http://schemas.openxmlformats.org/officeDocument/2006/relationships/slide"/><Relationship Id="Rfcb106ecbce34c16" Target="slides/slide17.xml" Type="http://schemas.openxmlformats.org/officeDocument/2006/relationships/slide"/><Relationship Id="rId1" Target="slideMasters/slideMaster1.xml" Type="http://schemas.openxmlformats.org/officeDocument/2006/relationships/slideMaster"/><Relationship Id="rId15" Target="tags/tag1.xml" Type="http://schemas.openxmlformats.org/officeDocument/2006/relationships/tags"/><Relationship Id="rId16" Target="presProps.xml" Type="http://schemas.openxmlformats.org/officeDocument/2006/relationships/presProps"/><Relationship Id="rId17" Target="viewProps.xml" Type="http://schemas.openxmlformats.org/officeDocument/2006/relationships/viewProps"/><Relationship Id="rId18" Target="theme/theme1.xml" Type="http://schemas.openxmlformats.org/officeDocument/2006/relationships/theme"/><Relationship Id="rId19" Target="tableStyles.xml" Type="http://schemas.openxmlformats.org/officeDocument/2006/relationships/tableStyles"/><Relationship Id="rId2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63D04-1B13-4CF1-B321-B6B9FCA6815D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B4961-6C82-49A9-B2B5-50A04E5A4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67722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5" descr="7afadf1f-3117-459a-ad12-8fec0dd3572b"/>
          <p:cNvSpPr/>
          <p:nvPr/>
        </p:nvSpPr>
        <p:spPr>
          <a:xfrm>
            <a:off x="3163824" y="0"/>
            <a:ext cx="9028176" cy="6858000"/>
          </a:xfrm>
          <a:prstGeom prst="rect">
            <a:avLst/>
          </a:prstGeom>
          <a:blipFill>
            <a:blip r:embed="rId1">
              <a:extLst>
                <a:ext uri="{BEBA8EAE-BF5A-486C-A8C5-ECC9F3942E4B}">
                  <a14:imgProps>
                    <a14:imgLayer xmlns:d3p1="http://schemas.openxmlformats.org/officeDocument/2006/relationships" d3p1:embed="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 l="-7166" t="-3226" r="-18524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 descr="d4f13d78-6bcc-442d-983c-fcfc3ff54c96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caaf2575-e9a3-4177-8a50-7c56174f7506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660400" y="1249447"/>
            <a:ext cx="6758039" cy="240232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Subtitle 2" descr="c212c4cf-f7ed-469f-87e2-72f1b4120bfa"/>
          <p:cNvSpPr>
            <a:spLocks noGrp="1"/>
          </p:cNvSpPr>
          <p:nvPr>
            <p:ph type="subTitle" idx="1" hasCustomPrompt="1"/>
          </p:nvPr>
        </p:nvSpPr>
        <p:spPr>
          <a:xfrm flipV="false" flipH="false">
            <a:off x="660400" y="3979555"/>
            <a:ext cx="3705123" cy="50870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/>
          </a:p>
        </p:txBody>
      </p:sp>
      <p:sp>
        <p:nvSpPr>
          <p:cNvPr id="4" name="Text Placeholder 3" descr="5eedd705-d103-40ae-a2ce-aeedadf737f1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7001013" y="585978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7" name="Text Placeholder 4294967294" descr="41b984bc-3a15-45f9-9a6b-47970a93e820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cxnSp>
        <p:nvCxnSpPr>
          <p:cNvPr id="10" name="Straight Connector 9" descr="11bd69ba-b891-4faf-8d98-3ca5abd28238"/>
          <p:cNvCxnSpPr/>
          <p:nvPr/>
        </p:nvCxnSpPr>
        <p:spPr>
          <a:xfrm flipH="1">
            <a:off x="819510" y="3678101"/>
            <a:ext cx="434651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eac69aa0-8177-45a1-adbb-b2e8da273b3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Content Placeholder 2" descr="f96fdaa1-6b3b-4cfc-bfb8-028f7146b351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 descr="7fd08e31-25ed-49ed-a9a5-c2ba2fab7f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 descr="0e31ae51-5071-4278-b72f-9e91b02cd9c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b0a65ebc-bada-4f1a-aa63-8c31f18e49b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93daceed-f0b5-44c9-8e0d-78a47e19899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 descr="5b0a376d-31a2-430d-aba2-c3732812159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5" name="Date Placeholder 4" descr="1a3101d3-147c-4692-ae50-2e36f4f4207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 descr="282f4ef3-adc4-4c6e-b2f2-9615ccc4ebc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a95db6f9-16ac-4452-b69c-2a25c0b7ff0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 descr="ac0f6b04-8a21-4b53-8633-d908fd8cc4bc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f7eb7e58-332f-4cf5-ba7b-d17361c31ffe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ectangle 6" descr="ccf75443-4ed5-4f62-b096-ddef05e7720b"/>
          <p:cNvSpPr/>
          <p:nvPr/>
        </p:nvSpPr>
        <p:spPr>
          <a:xfrm>
            <a:off x="3163824" y="0"/>
            <a:ext cx="9028176" cy="6858000"/>
          </a:xfrm>
          <a:prstGeom prst="rect">
            <a:avLst/>
          </a:prstGeom>
          <a:blipFill>
            <a:blip r:embed="rId1">
              <a:extLst>
                <a:ext uri="{BEBA8EAE-BF5A-486C-A8C5-ECC9F3942E4B}">
                  <a14:imgProps>
                    <a14:imgLayer xmlns:d3p1="http://schemas.openxmlformats.org/officeDocument/2006/relationships" d3p1:embed="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 l="-7166" t="-3226" r="-18524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 descr="86813cfe-1dcc-4ee2-ac23-d6a611ae403e"/>
          <p:cNvSpPr/>
          <p:nvPr/>
        </p:nvSpPr>
        <p:spPr>
          <a:xfrm>
            <a:off x="-1" y="0"/>
            <a:ext cx="5299046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afdd7422-6c2c-4f23-a26f-d8911de0d8ec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54050" y="2990582"/>
            <a:ext cx="4589432" cy="98739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 descr="816a5328-e055-4120-bb73-d90b57599e16"/>
          <p:cNvSpPr>
            <a:spLocks noGrp="1"/>
          </p:cNvSpPr>
          <p:nvPr>
            <p:ph type="body" idx="1" hasCustomPrompt="1"/>
          </p:nvPr>
        </p:nvSpPr>
        <p:spPr>
          <a:xfrm flipV="false" flipH="false">
            <a:off x="660400" y="3977981"/>
            <a:ext cx="4589432" cy="1339216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/>
          </a:p>
        </p:txBody>
      </p:sp>
      <p:sp>
        <p:nvSpPr>
          <p:cNvPr id="4" name="Date Placeholder 3" descr="77ef63e6-a88b-42d1-b3c5-4abe2466a5f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 descr="c05d877d-3ea2-4b3e-b654-73079e680d3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e9c431f1-213a-4ca9-af0c-70f9b19cb6f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 descr="3603005c-0f73-4c32-b79f-1f71bd9e914a"/>
          <p:cNvGrpSpPr/>
          <p:nvPr/>
        </p:nvGrpSpPr>
        <p:grpSpPr>
          <a:xfrm>
            <a:off x="4995832" y="5471968"/>
            <a:ext cx="619125" cy="1098550"/>
            <a:chOff x="11109325" y="5186363"/>
            <a:chExt cx="619125" cy="1098550"/>
          </a:xfrm>
        </p:grpSpPr>
        <p:sp>
          <p:nvSpPr>
            <p:cNvPr id="10" name="Oval 9" descr="77e969fb-2f2a-46ab-992c-b37b12ae0824"/>
            <p:cNvSpPr>
              <a:spLocks noChangeArrowheads="1"/>
            </p:cNvSpPr>
            <p:nvPr/>
          </p:nvSpPr>
          <p:spPr bwMode="auto">
            <a:xfrm>
              <a:off x="11666538" y="51863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10" descr="5a61cb53-9b90-4c2e-9a5b-7f73ff7e0bf1"/>
            <p:cNvSpPr>
              <a:spLocks noChangeArrowheads="1"/>
            </p:cNvSpPr>
            <p:nvPr/>
          </p:nvSpPr>
          <p:spPr bwMode="auto">
            <a:xfrm>
              <a:off x="11666538" y="53927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11" descr="2c2d2aa8-e293-4f15-823f-768a0147d68e"/>
            <p:cNvSpPr>
              <a:spLocks noChangeArrowheads="1"/>
            </p:cNvSpPr>
            <p:nvPr/>
          </p:nvSpPr>
          <p:spPr bwMode="auto">
            <a:xfrm>
              <a:off x="11666538" y="56007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2" descr="9b7e8fe4-ece1-41d7-8d87-29aad86ec273"/>
            <p:cNvSpPr>
              <a:spLocks noChangeArrowheads="1"/>
            </p:cNvSpPr>
            <p:nvPr/>
          </p:nvSpPr>
          <p:spPr bwMode="auto">
            <a:xfrm>
              <a:off x="11666538" y="58086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Oval 13" descr="83d63d42-9bfe-4e84-b522-d77566d33b04"/>
            <p:cNvSpPr>
              <a:spLocks noChangeArrowheads="1"/>
            </p:cNvSpPr>
            <p:nvPr/>
          </p:nvSpPr>
          <p:spPr bwMode="auto">
            <a:xfrm>
              <a:off x="11666538" y="60150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4" descr="706bda34-7984-459a-badc-0e0dd64675c3"/>
            <p:cNvSpPr>
              <a:spLocks noChangeArrowheads="1"/>
            </p:cNvSpPr>
            <p:nvPr/>
          </p:nvSpPr>
          <p:spPr bwMode="auto">
            <a:xfrm>
              <a:off x="11666538" y="62230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Oval 15" descr="94d997bf-c779-4ec4-81ba-6d75433c30b7"/>
            <p:cNvSpPr>
              <a:spLocks noChangeArrowheads="1"/>
            </p:cNvSpPr>
            <p:nvPr/>
          </p:nvSpPr>
          <p:spPr bwMode="auto">
            <a:xfrm>
              <a:off x="11480800" y="51863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Oval 16" descr="e4edf8a2-02e5-45ca-9a4a-69ae2a81b10e"/>
            <p:cNvSpPr>
              <a:spLocks noChangeArrowheads="1"/>
            </p:cNvSpPr>
            <p:nvPr/>
          </p:nvSpPr>
          <p:spPr bwMode="auto">
            <a:xfrm>
              <a:off x="11480800" y="53927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17" descr="d5d94a2d-a668-44f0-9596-f6a362973a4b"/>
            <p:cNvSpPr>
              <a:spLocks noChangeArrowheads="1"/>
            </p:cNvSpPr>
            <p:nvPr/>
          </p:nvSpPr>
          <p:spPr bwMode="auto">
            <a:xfrm>
              <a:off x="11480800" y="56007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8" descr="4c537bcc-b414-4218-a44c-a90176bc508e"/>
            <p:cNvSpPr>
              <a:spLocks noChangeArrowheads="1"/>
            </p:cNvSpPr>
            <p:nvPr/>
          </p:nvSpPr>
          <p:spPr bwMode="auto">
            <a:xfrm>
              <a:off x="11480800" y="58086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Oval 19" descr="2f498c85-c040-40a7-b529-8a29741cc1c7"/>
            <p:cNvSpPr>
              <a:spLocks noChangeArrowheads="1"/>
            </p:cNvSpPr>
            <p:nvPr/>
          </p:nvSpPr>
          <p:spPr bwMode="auto">
            <a:xfrm>
              <a:off x="11480800" y="60150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Oval 20" descr="1d481bea-f6d6-4f71-8d70-b3a830b26dfb"/>
            <p:cNvSpPr>
              <a:spLocks noChangeArrowheads="1"/>
            </p:cNvSpPr>
            <p:nvPr/>
          </p:nvSpPr>
          <p:spPr bwMode="auto">
            <a:xfrm>
              <a:off x="11480800" y="62230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Oval 21" descr="4c950e07-1ac6-41c9-ac08-54d31658b439"/>
            <p:cNvSpPr>
              <a:spLocks noChangeArrowheads="1"/>
            </p:cNvSpPr>
            <p:nvPr/>
          </p:nvSpPr>
          <p:spPr bwMode="auto">
            <a:xfrm>
              <a:off x="11295063" y="51863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2" descr="565f9613-8c30-4b8f-8907-29e051606859"/>
            <p:cNvSpPr>
              <a:spLocks noChangeArrowheads="1"/>
            </p:cNvSpPr>
            <p:nvPr/>
          </p:nvSpPr>
          <p:spPr bwMode="auto">
            <a:xfrm>
              <a:off x="11295063" y="53927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3" descr="3a03eaec-4e5f-46c3-b057-82d9ee179594"/>
            <p:cNvSpPr>
              <a:spLocks noChangeArrowheads="1"/>
            </p:cNvSpPr>
            <p:nvPr/>
          </p:nvSpPr>
          <p:spPr bwMode="auto">
            <a:xfrm>
              <a:off x="11295063" y="56007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4" descr="a6473a2d-da1b-4f85-8119-d10f8f9b375b"/>
            <p:cNvSpPr>
              <a:spLocks noChangeArrowheads="1"/>
            </p:cNvSpPr>
            <p:nvPr/>
          </p:nvSpPr>
          <p:spPr bwMode="auto">
            <a:xfrm>
              <a:off x="11295063" y="58086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5" descr="5e01b198-975e-48a5-88c4-dbf38d51e115"/>
            <p:cNvSpPr>
              <a:spLocks noChangeArrowheads="1"/>
            </p:cNvSpPr>
            <p:nvPr/>
          </p:nvSpPr>
          <p:spPr bwMode="auto">
            <a:xfrm>
              <a:off x="11295063" y="60150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26" descr="19b5d5d4-b31f-44dc-a44b-55936981e0d3"/>
            <p:cNvSpPr>
              <a:spLocks noChangeArrowheads="1"/>
            </p:cNvSpPr>
            <p:nvPr/>
          </p:nvSpPr>
          <p:spPr bwMode="auto">
            <a:xfrm>
              <a:off x="11295063" y="62230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Oval 27" descr="945bf59a-9d3b-48f9-8d3a-3ce073a28b97"/>
            <p:cNvSpPr>
              <a:spLocks noChangeArrowheads="1"/>
            </p:cNvSpPr>
            <p:nvPr/>
          </p:nvSpPr>
          <p:spPr bwMode="auto">
            <a:xfrm>
              <a:off x="11109325" y="51863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8" descr="0d3d2738-3b0f-408e-a3c7-e3e36de4a305"/>
            <p:cNvSpPr>
              <a:spLocks noChangeArrowheads="1"/>
            </p:cNvSpPr>
            <p:nvPr/>
          </p:nvSpPr>
          <p:spPr bwMode="auto">
            <a:xfrm>
              <a:off x="11109325" y="53927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29" descr="85a9b125-88bb-4a6d-85a9-03234f3fad1f"/>
            <p:cNvSpPr>
              <a:spLocks noChangeArrowheads="1"/>
            </p:cNvSpPr>
            <p:nvPr/>
          </p:nvSpPr>
          <p:spPr bwMode="auto">
            <a:xfrm>
              <a:off x="11109325" y="56007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Oval 30" descr="3a21460d-d08e-4da1-9829-9dadcd76c2e7"/>
            <p:cNvSpPr>
              <a:spLocks noChangeArrowheads="1"/>
            </p:cNvSpPr>
            <p:nvPr/>
          </p:nvSpPr>
          <p:spPr bwMode="auto">
            <a:xfrm>
              <a:off x="11109325" y="58086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Oval 31" descr="7ce6680a-a115-4c12-bae0-7810bcb33c10"/>
            <p:cNvSpPr>
              <a:spLocks noChangeArrowheads="1"/>
            </p:cNvSpPr>
            <p:nvPr/>
          </p:nvSpPr>
          <p:spPr bwMode="auto">
            <a:xfrm>
              <a:off x="11109325" y="60150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Oval 32" descr="afb97f8b-36c0-4029-a112-853ea34b62bb"/>
            <p:cNvSpPr>
              <a:spLocks noChangeArrowheads="1"/>
            </p:cNvSpPr>
            <p:nvPr/>
          </p:nvSpPr>
          <p:spPr bwMode="auto">
            <a:xfrm>
              <a:off x="11109325" y="62230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4" name="Group 33" descr="f0763e0f-6d33-4bd0-9ab6-602bbe362345"/>
          <p:cNvGrpSpPr/>
          <p:nvPr/>
        </p:nvGrpSpPr>
        <p:grpSpPr>
          <a:xfrm>
            <a:off x="1733520" y="1354138"/>
            <a:ext cx="684212" cy="433388"/>
            <a:chOff x="10885488" y="398463"/>
            <a:chExt cx="684212" cy="433388"/>
          </a:xfrm>
        </p:grpSpPr>
        <p:sp>
          <p:nvSpPr>
            <p:cNvPr id="35" name="Oval 34" descr="c69da0ae-4440-4268-88a7-fef13923213f"/>
            <p:cNvSpPr>
              <a:spLocks noChangeArrowheads="1"/>
            </p:cNvSpPr>
            <p:nvPr/>
          </p:nvSpPr>
          <p:spPr bwMode="auto">
            <a:xfrm>
              <a:off x="10885488" y="3984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Oval 35" descr="ae000641-cd64-46e7-93e4-5d0294e4e483"/>
            <p:cNvSpPr>
              <a:spLocks noChangeArrowheads="1"/>
            </p:cNvSpPr>
            <p:nvPr/>
          </p:nvSpPr>
          <p:spPr bwMode="auto">
            <a:xfrm>
              <a:off x="11093450" y="3984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Oval 36" descr="9364b332-ed0e-4e36-bf72-90b4b0cf4f38"/>
            <p:cNvSpPr>
              <a:spLocks noChangeArrowheads="1"/>
            </p:cNvSpPr>
            <p:nvPr/>
          </p:nvSpPr>
          <p:spPr bwMode="auto">
            <a:xfrm>
              <a:off x="11299825" y="3984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Oval 37" descr="92439836-ab52-42e3-ab44-5820cf6b9afb"/>
            <p:cNvSpPr>
              <a:spLocks noChangeArrowheads="1"/>
            </p:cNvSpPr>
            <p:nvPr/>
          </p:nvSpPr>
          <p:spPr bwMode="auto">
            <a:xfrm>
              <a:off x="11507788" y="398463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Oval 38" descr="9c1205a1-46b3-4ae9-ac13-f70398fdc0c5"/>
            <p:cNvSpPr>
              <a:spLocks noChangeArrowheads="1"/>
            </p:cNvSpPr>
            <p:nvPr/>
          </p:nvSpPr>
          <p:spPr bwMode="auto">
            <a:xfrm>
              <a:off x="10885488" y="5842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0" name="Oval 39" descr="66c64741-90a9-45c3-bbab-6e341f101f71"/>
            <p:cNvSpPr>
              <a:spLocks noChangeArrowheads="1"/>
            </p:cNvSpPr>
            <p:nvPr/>
          </p:nvSpPr>
          <p:spPr bwMode="auto">
            <a:xfrm>
              <a:off x="11093450" y="5842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Oval 40" descr="fe89e074-c9ce-4e8e-b0fb-ee96d92ddf87"/>
            <p:cNvSpPr>
              <a:spLocks noChangeArrowheads="1"/>
            </p:cNvSpPr>
            <p:nvPr/>
          </p:nvSpPr>
          <p:spPr bwMode="auto">
            <a:xfrm>
              <a:off x="11299825" y="5842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2" name="Oval 41" descr="8174adf4-f310-441b-b2bd-c5efe531bcd8"/>
            <p:cNvSpPr>
              <a:spLocks noChangeArrowheads="1"/>
            </p:cNvSpPr>
            <p:nvPr/>
          </p:nvSpPr>
          <p:spPr bwMode="auto">
            <a:xfrm>
              <a:off x="11507788" y="584200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Oval 42" descr="9af472e2-0f46-4a67-97dd-80043b9ad0a9"/>
            <p:cNvSpPr>
              <a:spLocks noChangeArrowheads="1"/>
            </p:cNvSpPr>
            <p:nvPr/>
          </p:nvSpPr>
          <p:spPr bwMode="auto">
            <a:xfrm>
              <a:off x="10885488" y="7699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4" name="Oval 43" descr="381b31e1-e6ab-4d3e-a1bd-3910b26571d5"/>
            <p:cNvSpPr>
              <a:spLocks noChangeArrowheads="1"/>
            </p:cNvSpPr>
            <p:nvPr/>
          </p:nvSpPr>
          <p:spPr bwMode="auto">
            <a:xfrm>
              <a:off x="11093450" y="7699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5" name="Oval 44" descr="3900b8c4-e0b2-4d6d-8a32-ceeb4a400878"/>
            <p:cNvSpPr>
              <a:spLocks noChangeArrowheads="1"/>
            </p:cNvSpPr>
            <p:nvPr/>
          </p:nvSpPr>
          <p:spPr bwMode="auto">
            <a:xfrm>
              <a:off x="11299825" y="7699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6" name="Oval 45" descr="93438d6d-11aa-4154-b542-e315f914e544"/>
            <p:cNvSpPr>
              <a:spLocks noChangeArrowheads="1"/>
            </p:cNvSpPr>
            <p:nvPr/>
          </p:nvSpPr>
          <p:spPr bwMode="auto">
            <a:xfrm>
              <a:off x="11507788" y="769938"/>
              <a:ext cx="61912" cy="619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 descr="b791c1a0-7510-4086-82d5-0efa95c55e6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Date Placeholder 2" descr="2ec7a260-2c86-4c20-99ea-e54b3daacda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 descr="38528cf4-d27a-4766-8f82-d2c5116aecf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d73196cb-9f69-4601-9dd5-de93b61e3e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descr="d3aede39-27e3-4db6-9ebe-7e33d40ad1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3" name="Footer Placeholder 2" descr="8662822c-6fc7-49e9-af2d-8586da90b6e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97b77e2f-0ee5-458f-98dd-254c8b21bae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Rectangle 2" descr="ec3b1143-2036-4485-a46b-e74724b3e57e"/>
          <p:cNvSpPr/>
          <p:nvPr/>
        </p:nvSpPr>
        <p:spPr>
          <a:xfrm>
            <a:off x="3163824" y="0"/>
            <a:ext cx="9028176" cy="6858000"/>
          </a:xfrm>
          <a:prstGeom prst="rect">
            <a:avLst/>
          </a:prstGeom>
          <a:blipFill>
            <a:blip r:embed="rId1">
              <a:extLst>
                <a:ext uri="{BEBA8EAE-BF5A-486C-A8C5-ECC9F3942E4B}">
                  <a14:imgProps>
                    <a14:imgLayer xmlns:d3p1="http://schemas.openxmlformats.org/officeDocument/2006/relationships" d3p1:embed="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 l="-7166" t="-3226" r="-18524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 descr="006c3344-647d-4138-8dc9-8803cba5df5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7cdb4440-886b-4392-9073-4c1c9c3cb72d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0400" y="2084226"/>
            <a:ext cx="6711244" cy="2689548"/>
          </a:xfrm>
        </p:spPr>
        <p:txBody>
          <a:bodyPr anchor="ctr">
            <a:normAutofit/>
          </a:bodyPr>
          <a:lstStyle>
            <a:lvl1pPr>
              <a:defRPr sz="60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6" name="Text Placeholder 4294967294" descr="344e5093-a0be-41f8-b866-53ed27e33def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557022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ca1c93d5-df01-4b05-8e83-d75ab0d39fb1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400" y="584454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  <p:hf sldNum="0" hdr="0"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 flipV="false" flipH="false"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1dd14fa90d3f4576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93d66fa50ead4cf4" Target="../slideLayouts/slideLayout5.xml" Type="http://schemas.openxmlformats.org/officeDocument/2006/relationships/slideLayout"/><Relationship Id="rId1" Target="../tags/tag1422.xml" Type="http://schemas.openxmlformats.org/officeDocument/2006/relationships/tags"/></Relationships>
</file>

<file path=ppt/slides/_rels/slide8.xml.rels><?xml version="1.0" encoding="UTF-8" standalone="yes"?><Relationships xmlns="http://schemas.openxmlformats.org/package/2006/relationships"><Relationship Id="Rd20644c2433e4bea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0ff8631810084a8e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f106a7e714464030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99810a8ac18d4af8" Target="../slideLayouts/slideLayout5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fb524a94e6db482b" Target="../slideLayouts/slideLayout4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a602506325bb4ef0" Target="../slideLayouts/slideLayout5.xml" Type="http://schemas.openxmlformats.org/officeDocument/2006/relationships/slideLayout"/><Relationship Id="rId1" Target="../tags/tag3323.xml" Type="http://schemas.openxmlformats.org/officeDocument/2006/relationships/tags"/></Relationships>
</file>

<file path=ppt/slides/_rels/slide14.xml.rels><?xml version="1.0" encoding="UTF-8" standalone="yes"?><Relationships xmlns="http://schemas.openxmlformats.org/package/2006/relationships"><Relationship Id="R95626764160e4f18" Target="../slideLayouts/slideLayout5.xml" Type="http://schemas.openxmlformats.org/officeDocument/2006/relationships/slideLayout"/><Relationship Id="rId1" Target="../tags/tag4124.xml" Type="http://schemas.openxmlformats.org/officeDocument/2006/relationships/tags"/></Relationships>
</file>

<file path=ppt/slides/_rels/slide15.xml.rels><?xml version="1.0" encoding="UTF-8" standalone="yes"?><Relationships xmlns="http://schemas.openxmlformats.org/package/2006/relationships"><Relationship Id="Rdf7eaf041e9e4dc7" Target="../slideLayouts/slideLayout5.xml" Type="http://schemas.openxmlformats.org/officeDocument/2006/relationships/slideLayout"/><Relationship Id="rId1" Target="../tags/tag3525.xml" Type="http://schemas.openxmlformats.org/officeDocument/2006/relationships/tags"/><Relationship Id="rId4" Target="../media/image522.jpg" Type="http://schemas.openxmlformats.org/officeDocument/2006/relationships/image"/><Relationship Id="rId5" Target="../media/pic-85dffcc64506468db333e470e25df142.jp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f81d5cc235304f71" Target="../slideLayouts/slideLayout4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cb231e8a25cd4edb" Target="../slideLayouts/slideLayout5.xml" Type="http://schemas.openxmlformats.org/officeDocument/2006/relationships/slideLayout"/><Relationship Id="rId1" Target="../tags/tag3126.xml" Type="http://schemas.openxmlformats.org/officeDocument/2006/relationships/tags"/></Relationships>
</file>

<file path=ppt/slides/_rels/slide18.xml.rels><?xml version="1.0" encoding="UTF-8" standalone="yes"?><Relationships xmlns="http://schemas.openxmlformats.org/package/2006/relationships"><Relationship Id="Rc6d0c29c506049bf" Target="../slideLayouts/slideLayout5.xml" Type="http://schemas.openxmlformats.org/officeDocument/2006/relationships/slideLayout"/><Relationship Id="rId1" Target="../tags/tag12327.xml" Type="http://schemas.openxmlformats.org/officeDocument/2006/relationships/tags"/></Relationships>
</file>

<file path=ppt/slides/_rels/slide19.xml.rels><?xml version="1.0" encoding="UTF-8" standalone="yes"?><Relationships xmlns="http://schemas.openxmlformats.org/package/2006/relationships"><Relationship Id="R943937aa3b8a4fad" Target="../slideLayouts/slideLayout4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d2d7ac90c4654fd3" Target="../slideLayouts/slideLayout5.xml" Type="http://schemas.openxmlformats.org/officeDocument/2006/relationships/slideLayout"/><Relationship Id="rId1" Target="../tags/tag328.xml" Type="http://schemas.openxmlformats.org/officeDocument/2006/relationships/tags"/><Relationship Id="rId4" Target="../media/image123.jpg" Type="http://schemas.openxmlformats.org/officeDocument/2006/relationships/image"/><Relationship Id="rId5" Target="../media/pic-6498edfa2e494dc18dab11004ea2a59e.jp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e206541e0c8a42b2" Target="../slideLayouts/slideLayout5.xml" Type="http://schemas.openxmlformats.org/officeDocument/2006/relationships/slideLayout"/><Relationship Id="rId1" Target="../tags/tag15829.xml" Type="http://schemas.openxmlformats.org/officeDocument/2006/relationships/tags"/><Relationship Id="rId4" Target="../media/image1524.jpg" Type="http://schemas.openxmlformats.org/officeDocument/2006/relationships/image"/><Relationship Id="rId5" Target="../media/pic-3a070a54fbf34696802d64622a9dd9b2.jp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aaff94ef13e64c12" Target="../slideLayouts/slideLayout5.xml" Type="http://schemas.openxmlformats.org/officeDocument/2006/relationships/slideLayout"/><Relationship Id="rId1" Target="../tags/tag2210.xml" Type="http://schemas.openxmlformats.org/officeDocument/2006/relationships/tags"/></Relationships>
</file>

<file path=ppt/slides/_rels/slide23.xml.rels><?xml version="1.0" encoding="UTF-8" standalone="yes"?><Relationships xmlns="http://schemas.openxmlformats.org/package/2006/relationships"><Relationship Id="Rf41ec20cb7434abd" Target="../slideLayouts/slideLayout5.xml" Type="http://schemas.openxmlformats.org/officeDocument/2006/relationships/slideLayout"/><Relationship Id="rId1" Target="../tags/tag84211.xml" Type="http://schemas.openxmlformats.org/officeDocument/2006/relationships/tags"/></Relationships>
</file>

<file path=ppt/slides/_rels/slide24.xml.rels><?xml version="1.0" encoding="UTF-8" standalone="yes"?><Relationships xmlns="http://schemas.openxmlformats.org/package/2006/relationships"><Relationship Id="Rf8f020fad5524965" Target="../slideLayouts/slideLayout4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507116189c9f4c62" Target="../slideLayouts/slideLayout5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5d5667c164c444f3" Target="../slideLayouts/slideLayout5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a8eea97187434aa7" Target="../slideLayouts/slideLayout5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3ed2cfb713a04dd9" Target="../slideLayouts/slideLayout5.xml" Type="http://schemas.openxmlformats.org/officeDocument/2006/relationships/slideLayout"/><Relationship Id="rId1" Target="../tags/tag112.xml" Type="http://schemas.openxmlformats.org/officeDocument/2006/relationships/tags"/></Relationships>
</file>

<file path=ppt/slides/_rels/slide29.xml.rels><?xml version="1.0" encoding="UTF-8" standalone="yes"?><Relationships xmlns="http://schemas.openxmlformats.org/package/2006/relationships"><Relationship Id="Rdea4ca279f754720" Target="../slideLayouts/slideLayout4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b7e1bfce94de4f8b" Target="../slideLayouts/slideLayout5.xml" Type="http://schemas.openxmlformats.org/officeDocument/2006/relationships/slideLayout"/><Relationship Id="rId1" Target="../tags/tag47213.xml" Type="http://schemas.openxmlformats.org/officeDocument/2006/relationships/tags"/></Relationships>
</file>

<file path=ppt/slides/_rels/slide31.xml.rels><?xml version="1.0" encoding="UTF-8" standalone="yes"?><Relationships xmlns="http://schemas.openxmlformats.org/package/2006/relationships"><Relationship Id="R3f1931e0b1fe4112" Target="../slideLayouts/slideLayout5.xml" Type="http://schemas.openxmlformats.org/officeDocument/2006/relationships/slideLayout"/><Relationship Id="rId1" Target="../tags/tag114.xml" Type="http://schemas.openxmlformats.org/officeDocument/2006/relationships/tags"/></Relationships>
</file>

<file path=ppt/slides/_rels/slide32.xml.rels><?xml version="1.0" encoding="UTF-8" standalone="yes"?><Relationships xmlns="http://schemas.openxmlformats.org/package/2006/relationships"><Relationship Id="R037734a407844d73" Target="../slideLayouts/slideLayout4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90fa1a1dbf9f4410" Target="../slideLayouts/slideLayout5.xml" Type="http://schemas.openxmlformats.org/officeDocument/2006/relationships/slideLayout"/><Relationship Id="rId1" Target="../tags/tag26215.xml" Type="http://schemas.openxmlformats.org/officeDocument/2006/relationships/tags"/></Relationships>
</file>

<file path=ppt/slides/_rels/slide34.xml.rels><?xml version="1.0" encoding="UTF-8" standalone="yes"?><Relationships xmlns="http://schemas.openxmlformats.org/package/2006/relationships"><Relationship Id="R246c85954f26495d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aaf2575-e9a3-4177-8a50-7c56174f7506" id="2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5400" u="none">
                <a:solidFill>
                  <a:srgbClr val="FFFFFF"/>
                </a:solidFill>
                <a:ea typeface="微软雅黑"/>
              </a:rPr>
              <a:t>智能合同管理系统 MVP 需求文档</a:t>
            </a:r>
          </a:p>
        </p:txBody>
      </p:sp>
      <p:sp>
        <p:nvSpPr>
          <p:cNvPr descr="c212c4cf-f7ed-469f-87e2-72f1b4120bfa" id="3" name=""/>
          <p:cNvSpPr>
            <a:spLocks noGrp="1"/>
          </p:cNvSpPr>
          <p:nvPr>
            <p:ph hasCustomPrompt="1" idx="1" type="subTitle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明确核心需求，指导开发与交付</a:t>
            </a:r>
          </a:p>
        </p:txBody>
      </p:sp>
      <p:sp>
        <p:nvSpPr>
          <p:cNvPr descr="5eedd705-d103-40ae-a2ce-aeedadf737f1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200" u="none">
                <a:solidFill>
                  <a:srgbClr val="2F2F2F"/>
                </a:solidFill>
                <a:ea typeface="微软雅黑"/>
              </a:rPr>
              <a:t>报告人名称</a:t>
            </a:r>
          </a:p>
        </p:txBody>
      </p:sp>
      <p:sp>
        <p:nvSpPr>
          <p:cNvPr descr="41b984bc-3a15-45f9-9a6b-47970a93e820" id="7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ef1a3bd-5090-4710-a6d7-eaeb7c3eaefc" id="2" name="c588f954-97cc-49c4-bc0d-c07eea2214ba.source.7.zh-Hans.pptx">
            <a:extLst>
              <a:ext uri="{FF2B5EF4-FFF2-40B4-BE49-F238E27FC236}">
                <a16:creationId id="{F3B7222A-6284-9EAF-FE5E-B895A184F477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3c9f5862-6309-4561-802e-0147290ad6c4" id="38" name="Title">
              <a:extLst>
                <a:ext uri="{FF2B5EF4-FFF2-40B4-BE49-F238E27FC236}">
                  <a16:creationId id="{80B1D037-DCBF-6A59-121F-C6E0087AE4D6}"/>
                </a:ext>
              </a:extLst>
            </p:cNvPr>
            <p:cNvSpPr txBox="1"/>
            <p:nvPr/>
          </p:nvSpPr>
          <p:spPr>
            <a:xfrm flipH="true" flipV="false">
              <a:off x="660400" y="1230848"/>
              <a:ext cx="3715657" cy="12497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5400" u="none">
                  <a:solidFill>
                    <a:srgbClr val="2F2F2F"/>
                  </a:solidFill>
                  <a:latin typeface="Arial"/>
                </a:rPr>
                <a:t/>
              </a:r>
            </a:p>
          </p:txBody>
        </p:sp>
        <p:cxnSp>
          <p:nvCxnSpPr>
            <p:cNvPr descr="6eee0111-45c7-47b3-8337-0172cfecf1fb" id="41" name="直接连接符 40">
              <a:extLst>
                <a:ext uri="{FF2B5EF4-FFF2-40B4-BE49-F238E27FC236}">
                  <a16:creationId id="{B2DA0298-1314-3E28-4CFE-41AB71958459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1777757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a3da517-d28f-448f-a4a1-e6772ec9a92f" id="45" name="直接连接符 44">
              <a:extLst>
                <a:ext uri="{FF2B5EF4-FFF2-40B4-BE49-F238E27FC236}">
                  <a16:creationId id="{2F480DD0-4410-D357-455F-D5A859B411BA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2503814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1581adae-e662-426e-9c3b-9606b04c1b5c" id="49" name="直接连接符 48">
              <a:extLst>
                <a:ext uri="{FF2B5EF4-FFF2-40B4-BE49-F238E27FC236}">
                  <a16:creationId id="{FE3E5D39-03C6-3549-E75D-5F9099ABFAF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3229872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69b36364-f370-467e-9b59-aae0739f5026" id="53" name="直接连接符 52">
              <a:extLst>
                <a:ext uri="{FF2B5EF4-FFF2-40B4-BE49-F238E27FC236}">
                  <a16:creationId id="{3A11B435-F22B-4538-ED12-95CA171A4265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3955928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93a40ca8-5df1-44f9-a3f2-6cb60c894d45" id="57" name="直接连接符 56">
              <a:extLst>
                <a:ext uri="{FF2B5EF4-FFF2-40B4-BE49-F238E27FC236}">
                  <a16:creationId id="{F390E3E5-2433-E079-0696-DA23801506B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4681985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299b6bc-5afd-44eb-88a1-8ba729413dca" id="61" name="直接连接符 60">
              <a:extLst>
                <a:ext uri="{FF2B5EF4-FFF2-40B4-BE49-F238E27FC236}">
                  <a16:creationId id="{2A5BCA65-8AF7-D31E-2358-A23FA7CD9625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5408043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04dff71f-9086-4288-a45e-fa41cc37dfcd" id="65" name="直接连接符 64">
              <a:extLst>
                <a:ext uri="{FF2B5EF4-FFF2-40B4-BE49-F238E27FC236}">
                  <a16:creationId id="{40AEA494-9A4A-6A96-2665-70E4FBB4CFEF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914900" y="6134100"/>
              <a:ext cx="6604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0db03527-0754-4dd7-9524-9b481f2c0c53" id="71" name="S">
              <a:extLst>
                <a:ext uri="{FF2B5EF4-FFF2-40B4-BE49-F238E27FC236}">
                  <a16:creationId id="{488A17AF-12CB-CFE9-02C9-E9A45C2D5E0C}"/>
                </a:ext>
              </a:extLst>
            </p:cNvPr>
            <p:cNvSpPr/>
            <p:nvPr/>
          </p:nvSpPr>
          <p:spPr>
            <a:xfrm flipH="false" flipV="false">
              <a:off x="660400" y="4287198"/>
              <a:ext cx="45719" cy="18469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grpSp>
          <p:nvGrpSpPr>
            <p:cNvPr descr="d62f391a-9e28-46ad-9ffa-2fabdf6fb805" id="73" name="组合 72">
              <a:extLst>
                <a:ext uri="{FF2B5EF4-FFF2-40B4-BE49-F238E27FC236}">
                  <a16:creationId id="{C0705D1E-90A9-9FA2-4D68-7975C7E6CC46}"/>
                </a:ext>
              </a:extLst>
            </p:cNvPr>
            <p:cNvGrpSpPr/>
            <p:nvPr/>
          </p:nvGrpSpPr>
          <p:grpSpPr>
            <a:xfrm>
              <a:off x="4919723" y="1130300"/>
              <a:ext cx="6592259" cy="647457"/>
              <a:chOff x="4919723" y="1130300"/>
              <a:chExt cx="6592259" cy="647457"/>
            </a:xfrm>
          </p:grpSpPr>
          <p:sp>
            <p:nvSpPr>
              <p:cNvPr descr="7851fbe5-9f37-41cc-a2d1-f9c4b79952e5" id="40" name="Bullet1">
                <a:extLst>
                  <a:ext uri="{FF2B5EF4-FFF2-40B4-BE49-F238E27FC236}">
                    <a16:creationId id="{05FC3048-086F-342A-8AE3-B3D007B47918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1130300"/>
                <a:ext cx="5792443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文档概述</a:t>
                </a:r>
              </a:p>
            </p:txBody>
          </p:sp>
          <p:sp>
            <p:nvSpPr>
              <p:cNvPr descr="35f58caa-397e-4a42-86b9-d1b7fb228695" id="42" name="Number1">
                <a:extLst>
                  <a:ext uri="{FF2B5EF4-FFF2-40B4-BE49-F238E27FC236}">
                    <a16:creationId id="{6111AB0F-2836-2422-7036-69067B6BBE93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1130300"/>
                <a:ext cx="602966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2F2F2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b10fab03-bf79-4f7c-b3c8-a3f6b2eebae6" id="74" name="组合 73">
              <a:extLst>
                <a:ext uri="{FF2B5EF4-FFF2-40B4-BE49-F238E27FC236}">
                  <a16:creationId id="{981B5D95-FF34-F0CE-B21B-A27A5CDDB50C}"/>
                </a:ext>
              </a:extLst>
            </p:cNvPr>
            <p:cNvGrpSpPr/>
            <p:nvPr/>
          </p:nvGrpSpPr>
          <p:grpSpPr>
            <a:xfrm>
              <a:off x="4919723" y="1855428"/>
              <a:ext cx="6592259" cy="648386"/>
              <a:chOff x="4919723" y="1855428"/>
              <a:chExt cx="6592259" cy="648386"/>
            </a:xfrm>
          </p:grpSpPr>
          <p:sp>
            <p:nvSpPr>
              <p:cNvPr descr="6e57bb0a-931b-454f-ab7c-e00cc7ab8356" id="44" name="Bullet2">
                <a:extLst>
                  <a:ext uri="{FF2B5EF4-FFF2-40B4-BE49-F238E27FC236}">
                    <a16:creationId id="{52DBD624-83B6-891B-3710-8C7E2B2BBD3F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1855428"/>
                <a:ext cx="5792443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技术栈规范</a:t>
                </a:r>
              </a:p>
            </p:txBody>
          </p:sp>
          <p:sp>
            <p:nvSpPr>
              <p:cNvPr descr="afc81317-8f22-4c4f-8259-eba587e497b6" id="46" name="Number2">
                <a:extLst>
                  <a:ext uri="{FF2B5EF4-FFF2-40B4-BE49-F238E27FC236}">
                    <a16:creationId id="{B229F5C0-B91D-A4D7-CD43-BCD065FB2B89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1856357"/>
                <a:ext cx="602966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2F2F2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fdf9363f-1bbd-4da7-b07c-3fb327bad486" id="75" name="组合 74">
              <a:extLst>
                <a:ext uri="{FF2B5EF4-FFF2-40B4-BE49-F238E27FC236}">
                  <a16:creationId id="{778F74E5-3443-45D5-EEA8-948A33BEA65E}"/>
                </a:ext>
              </a:extLst>
            </p:cNvPr>
            <p:cNvGrpSpPr/>
            <p:nvPr/>
          </p:nvGrpSpPr>
          <p:grpSpPr>
            <a:xfrm>
              <a:off x="4919723" y="2580557"/>
              <a:ext cx="6592259" cy="649315"/>
              <a:chOff x="4919723" y="2580557"/>
              <a:chExt cx="6592259" cy="649315"/>
            </a:xfrm>
          </p:grpSpPr>
          <p:sp>
            <p:nvSpPr>
              <p:cNvPr descr="d452d29d-bd64-4964-b464-0b3f66bab90a" id="48" name="Bullet3">
                <a:extLst>
                  <a:ext uri="{FF2B5EF4-FFF2-40B4-BE49-F238E27FC236}">
                    <a16:creationId id="{C834D188-15B7-CDD5-443B-BBE6418CC0B0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2580557"/>
                <a:ext cx="5792443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数据库设计</a:t>
                </a:r>
              </a:p>
            </p:txBody>
          </p:sp>
          <p:sp>
            <p:nvSpPr>
              <p:cNvPr descr="1743c9a1-147d-48b2-a842-a155f0d1feae" id="50" name="Number3">
                <a:extLst>
                  <a:ext uri="{FF2B5EF4-FFF2-40B4-BE49-F238E27FC236}">
                    <a16:creationId id="{990DA268-8360-2172-FD63-01920AD1B1AF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2582415"/>
                <a:ext cx="602966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2F2F2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1a80ec7b-61ec-4c91-abb9-78143b765211" id="76" name="组合 75">
              <a:extLst>
                <a:ext uri="{FF2B5EF4-FFF2-40B4-BE49-F238E27FC236}">
                  <a16:creationId id="{DE45CDCC-DB45-ECE9-2ECC-A6D670E47977}"/>
                </a:ext>
              </a:extLst>
            </p:cNvPr>
            <p:cNvGrpSpPr/>
            <p:nvPr/>
          </p:nvGrpSpPr>
          <p:grpSpPr>
            <a:xfrm>
              <a:off x="4919723" y="3305685"/>
              <a:ext cx="6592259" cy="650243"/>
              <a:chOff x="4919723" y="3305685"/>
              <a:chExt cx="6592259" cy="650243"/>
            </a:xfrm>
          </p:grpSpPr>
          <p:sp>
            <p:nvSpPr>
              <p:cNvPr descr="b90d9f04-e43e-4dda-ac1b-0bfe78c70d74" id="52" name="Bullet4">
                <a:extLst>
                  <a:ext uri="{FF2B5EF4-FFF2-40B4-BE49-F238E27FC236}">
                    <a16:creationId id="{3D371B86-85DF-5104-AC38-B016C090FCB2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3305685"/>
                <a:ext cx="5792443" cy="647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功能需求</a:t>
                </a:r>
              </a:p>
            </p:txBody>
          </p:sp>
          <p:sp>
            <p:nvSpPr>
              <p:cNvPr descr="c6caebb3-2648-4bcc-8293-80a6129a5b35" id="54" name="Number4">
                <a:extLst>
                  <a:ext uri="{FF2B5EF4-FFF2-40B4-BE49-F238E27FC236}">
                    <a16:creationId id="{364B73AD-9423-B21D-9ACC-6C6BFFAC3709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3308472"/>
                <a:ext cx="602966" cy="647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2F2F2F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88761292-1870-4370-afe5-b904f8958997" id="77" name="组合 76">
              <a:extLst>
                <a:ext uri="{FF2B5EF4-FFF2-40B4-BE49-F238E27FC236}">
                  <a16:creationId id="{B06FF7B8-E66F-5076-9E11-43840B48A2A4}"/>
                </a:ext>
              </a:extLst>
            </p:cNvPr>
            <p:cNvGrpSpPr/>
            <p:nvPr/>
          </p:nvGrpSpPr>
          <p:grpSpPr>
            <a:xfrm>
              <a:off x="4919723" y="4030813"/>
              <a:ext cx="6592259" cy="651172"/>
              <a:chOff x="4919723" y="4030813"/>
              <a:chExt cx="6592259" cy="651172"/>
            </a:xfrm>
          </p:grpSpPr>
          <p:sp>
            <p:nvSpPr>
              <p:cNvPr descr="5e51cc7f-6ea9-45af-bc79-dbdc4d94e482" id="56" name="Bullet5">
                <a:extLst>
                  <a:ext uri="{FF2B5EF4-FFF2-40B4-BE49-F238E27FC236}">
                    <a16:creationId id="{7FB4DD8D-A05B-888C-1ACC-798B7360F199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4030813"/>
                <a:ext cx="5792443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非功能需求</a:t>
                </a:r>
              </a:p>
            </p:txBody>
          </p:sp>
          <p:sp>
            <p:nvSpPr>
              <p:cNvPr descr="02d83278-8d0a-4d6a-bba4-55abd6d72897" id="58" name="Number5">
                <a:extLst>
                  <a:ext uri="{FF2B5EF4-FFF2-40B4-BE49-F238E27FC236}">
                    <a16:creationId id="{954B280C-4371-481C-E60C-A6DF49EDB51E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4034528"/>
                <a:ext cx="602966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2F2F2F"/>
                    </a:solidFill>
                    <a:latin typeface="Arial"/>
                  </a:rPr>
                  <a:t>5</a:t>
                </a:r>
              </a:p>
            </p:txBody>
          </p:sp>
        </p:grpSp>
        <p:grpSp>
          <p:nvGrpSpPr>
            <p:cNvPr descr="110163d3-6d75-4a0c-a26d-3c21bd64e1a0" id="78" name="组合 77">
              <a:extLst>
                <a:ext uri="{FF2B5EF4-FFF2-40B4-BE49-F238E27FC236}">
                  <a16:creationId id="{BC237D4D-B9BB-1AB7-34C4-B65E6E7C283F}"/>
                </a:ext>
              </a:extLst>
            </p:cNvPr>
            <p:cNvGrpSpPr/>
            <p:nvPr/>
          </p:nvGrpSpPr>
          <p:grpSpPr>
            <a:xfrm>
              <a:off x="4919723" y="4755942"/>
              <a:ext cx="6592259" cy="652101"/>
              <a:chOff x="4919723" y="4755942"/>
              <a:chExt cx="6592259" cy="652101"/>
            </a:xfrm>
          </p:grpSpPr>
          <p:sp>
            <p:nvSpPr>
              <p:cNvPr descr="102a2eab-e094-4544-b8cb-f9a5ba5260ec" id="60" name="Bullet6">
                <a:extLst>
                  <a:ext uri="{FF2B5EF4-FFF2-40B4-BE49-F238E27FC236}">
                    <a16:creationId id="{A26FA955-DD88-0A53-4DA4-9B74A63851A4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4755942"/>
                <a:ext cx="5792443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验收标准</a:t>
                </a:r>
              </a:p>
            </p:txBody>
          </p:sp>
          <p:sp>
            <p:nvSpPr>
              <p:cNvPr descr="a9c2c52f-90ef-469f-974f-189737e43589" id="62" name="Number6">
                <a:extLst>
                  <a:ext uri="{FF2B5EF4-FFF2-40B4-BE49-F238E27FC236}">
                    <a16:creationId id="{0FE4AAE9-28BA-7845-7329-367834D88A15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4760586"/>
                <a:ext cx="602966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2F2F2F"/>
                    </a:solidFill>
                    <a:latin typeface="Arial"/>
                  </a:rPr>
                  <a:t>6</a:t>
                </a:r>
              </a:p>
            </p:txBody>
          </p:sp>
        </p:grpSp>
        <p:grpSp>
          <p:nvGrpSpPr>
            <p:cNvPr descr="8c59097e-130c-43f0-add2-6e9bfa14bffc" id="79" name="组合 78">
              <a:extLst>
                <a:ext uri="{FF2B5EF4-FFF2-40B4-BE49-F238E27FC236}">
                  <a16:creationId id="{06DABB11-A296-82BA-51D3-D90FFFEAD55B}"/>
                </a:ext>
              </a:extLst>
            </p:cNvPr>
            <p:cNvGrpSpPr/>
            <p:nvPr/>
          </p:nvGrpSpPr>
          <p:grpSpPr>
            <a:xfrm>
              <a:off x="4919723" y="5481070"/>
              <a:ext cx="6592259" cy="653030"/>
              <a:chOff x="4919723" y="5481070"/>
              <a:chExt cx="6592259" cy="653030"/>
            </a:xfrm>
          </p:grpSpPr>
          <p:sp>
            <p:nvSpPr>
              <p:cNvPr descr="f6db115a-2aa7-47a0-ab8a-7850d3be6970" id="64" name="Bullet7">
                <a:extLst>
                  <a:ext uri="{FF2B5EF4-FFF2-40B4-BE49-F238E27FC236}">
                    <a16:creationId id="{A4266D46-0276-0548-DEB8-A91086E9F7F1}"/>
                  </a:ext>
                </a:extLst>
              </p:cNvPr>
              <p:cNvSpPr txBox="1"/>
              <p:nvPr/>
            </p:nvSpPr>
            <p:spPr>
              <a:xfrm flipH="false" flipV="false">
                <a:off x="4919723" y="5481070"/>
                <a:ext cx="5792443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项目交付物</a:t>
                </a:r>
              </a:p>
            </p:txBody>
          </p:sp>
          <p:sp>
            <p:nvSpPr>
              <p:cNvPr descr="490b87e8-111c-4b76-855f-36f556709ca1" id="66" name="Number7">
                <a:extLst>
                  <a:ext uri="{FF2B5EF4-FFF2-40B4-BE49-F238E27FC236}">
                    <a16:creationId id="{FB21642C-366B-30B7-69C8-37FA5C31C03F}"/>
                  </a:ext>
                </a:extLst>
              </p:cNvPr>
              <p:cNvSpPr txBox="1"/>
              <p:nvPr/>
            </p:nvSpPr>
            <p:spPr>
              <a:xfrm flipH="false" flipV="false">
                <a:off x="10909016" y="5486643"/>
                <a:ext cx="602966" cy="647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non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1" kumimoji="0" normalizeH="0" spc="0" strike="noStrike" sz="2000" u="none">
                    <a:ln>
                      <a:noFill/>
                    </a:ln>
                    <a:effectLst/>
                    <a:uLnTx/>
                    <a:uFillTx/>
                    <a:latin charset="0" panose="020B0604020202020204" pitchFamily="34" typeface="Arial"/>
                    <a:ea charset="-122" panose="020B0503020204020204" pitchFamily="34" typeface="微软雅黑"/>
                    <a:cs charset="0" panose="020B0604020202020204" pitchFamily="34" typeface="Arial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z="2000" u="none">
                    <a:solidFill>
                      <a:srgbClr val="2F2F2F"/>
                    </a:solidFill>
                    <a:latin typeface="Arial"/>
                  </a:rPr>
                  <a:t>7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fdd7422-6c2c-4f23-a26f-d8911de0d8e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400" u="none">
                <a:solidFill>
                  <a:srgbClr val="FFFFFF"/>
                </a:solidFill>
                <a:ea typeface="微软雅黑"/>
              </a:rPr>
              <a:t>文档概述</a:t>
            </a:r>
          </a:p>
        </p:txBody>
      </p:sp>
      <p:sp>
        <p:nvSpPr>
          <p:cNvPr descr="816a5328-e055-4120-bb73-d90b57599e16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FFFFFF"/>
                </a:solidFill>
                <a:ea typeface="微软雅黑"/>
              </a:rPr>
              <a:t>介绍文档目的、核心目标及适用范围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3afd5d0-468f-480c-a06a-a9d33d568901" id="9" name="07c2272e-dcd5-4c7b-b424-e7199e4e04da.source.3.zh-Hans.pptx">
            <a:extLst>
              <a:ext uri="{FF2B5EF4-FFF2-40B4-BE49-F238E27FC236}">
                <a16:creationId id="{E63D8FAE-411D-F4F6-6E9B-2898A4C5EC6C}"/>
              </a:ext>
            </a:extLst>
          </p:cNvPr>
          <p:cNvGrpSpPr/>
          <p:nvPr/>
        </p:nvGrpSpPr>
        <p:grpSpPr>
          <a:xfrm>
            <a:off x="660399" y="1130305"/>
            <a:ext cx="9817101" cy="4503897"/>
            <a:chOff x="660399" y="1130305"/>
            <a:chExt cx="9817101" cy="4503897"/>
          </a:xfrm>
        </p:grpSpPr>
        <p:cxnSp>
          <p:nvCxnSpPr>
            <p:cNvPr descr="6315ec77-74fb-47c2-89c3-5fe67753fbc7" id="5" name="直接连接符 4">
              <a:extLst>
                <a:ext uri="{FF2B5EF4-FFF2-40B4-BE49-F238E27FC236}">
                  <a16:creationId id="{0D5F822D-89DA-42AE-9D95-03E752007BD6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 flipH="false" flipV="false">
              <a:off x="1695013" y="3625823"/>
              <a:ext cx="2205022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67ee3fb7-47de-43d1-a60d-1c513b25215d" id="7" name="直接连接符 6">
              <a:extLst>
                <a:ext uri="{FF2B5EF4-FFF2-40B4-BE49-F238E27FC236}">
                  <a16:creationId id="{9A8FFB4E-E1EA-4029-B8BF-765149379DD3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H="false" flipV="false">
              <a:off x="4293681" y="3625823"/>
              <a:ext cx="4738807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64ef2cf6-dac0-4d57-aa1c-a44136042cd6" id="40" name="Title">
              <a:extLst>
                <a:ext uri="{FF2B5EF4-FFF2-40B4-BE49-F238E27FC236}">
                  <a16:creationId id="{08DA4726-5C5B-4AB2-B52D-9EF0089ACF95}"/>
                </a:ext>
              </a:extLst>
            </p:cNvPr>
            <p:cNvSpPr txBox="1"/>
            <p:nvPr/>
          </p:nvSpPr>
          <p:spPr>
            <a:xfrm flipH="false" flipV="false">
              <a:off x="660399" y="1130305"/>
              <a:ext cx="4168079" cy="1100478"/>
            </a:xfrm>
            <a:prstGeom prst="rect">
              <a:avLst/>
            </a:prstGeom>
            <a:noFill/>
          </p:spPr>
          <p:txBody>
            <a:bodyPr anchor="t" anchorCtr="false" wrap="square">
              <a:normAutofit/>
            </a:bodyPr>
            <a:lstStyle/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2F2F2F"/>
                  </a:solidFill>
                  <a:ea typeface="微软雅黑"/>
                </a:rPr>
                <a:t>明确文档作用</a:t>
              </a:r>
            </a:p>
          </p:txBody>
        </p:sp>
        <p:grpSp>
          <p:nvGrpSpPr>
            <p:cNvPr descr="4cec4683-2d27-4edc-91bb-16b205590b11" id="4" name="组合 3">
              <a:extLst>
                <a:ext uri="{FF2B5EF4-FFF2-40B4-BE49-F238E27FC236}">
                  <a16:creationId id="{273F358D-D9B0-A12E-781A-2009518A639E}"/>
                </a:ext>
              </a:extLst>
            </p:cNvPr>
            <p:cNvGrpSpPr/>
            <p:nvPr/>
          </p:nvGrpSpPr>
          <p:grpSpPr>
            <a:xfrm>
              <a:off x="1279802" y="3429000"/>
              <a:ext cx="2420897" cy="2205202"/>
              <a:chOff x="1279802" y="3429000"/>
              <a:chExt cx="2420897" cy="2205202"/>
            </a:xfrm>
          </p:grpSpPr>
          <p:sp>
            <p:nvSpPr>
              <p:cNvPr descr="a8b76296-2e99-408d-b531-87ab4a655038" id="27" name="Number1">
                <a:extLst>
                  <a:ext uri="{FF2B5EF4-FFF2-40B4-BE49-F238E27FC236}">
                    <a16:creationId id="{41B1375A-DE39-4A0D-91A1-56277BB67BFB}"/>
                  </a:ext>
                </a:extLst>
              </p:cNvPr>
              <p:cNvSpPr/>
              <p:nvPr/>
            </p:nvSpPr>
            <p:spPr>
              <a:xfrm flipH="false" flipV="false">
                <a:off x="1301367" y="3429000"/>
                <a:ext cx="393646" cy="39364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grpSp>
            <p:nvGrpSpPr>
              <p:cNvPr descr="0da3435c-d333-4ef0-b923-32f5f8f578d9" id="47" name="组合 46">
                <a:extLst>
                  <a:ext uri="{FF2B5EF4-FFF2-40B4-BE49-F238E27FC236}">
                    <a16:creationId id="{67D38144-3114-4961-8229-6D1812ABC963}"/>
                  </a:ext>
                </a:extLst>
              </p:cNvPr>
              <p:cNvGrpSpPr/>
              <p:nvPr/>
            </p:nvGrpSpPr>
            <p:grpSpPr>
              <a:xfrm>
                <a:off x="1279802" y="3921891"/>
                <a:ext cx="2420897" cy="1712311"/>
                <a:chOff x="5632432" y="3921891"/>
                <a:chExt cx="2420897" cy="1712311"/>
              </a:xfrm>
            </p:grpSpPr>
            <p:sp>
              <p:nvSpPr>
                <p:cNvPr descr="a8967fa0-cf13-48d3-8092-38b65a3f07e8" id="48" name="Bullet1">
                  <a:extLst>
                    <a:ext uri="{FF2B5EF4-FFF2-40B4-BE49-F238E27FC236}">
                      <a16:creationId id="{CA4F9756-120A-4059-81AB-287C0A4F13D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5632433" y="3921891"/>
                  <a:ext cx="2420896" cy="511598"/>
                </a:xfrm>
                <a:prstGeom prst="rect">
                  <a:avLst/>
                </a:prstGeom>
                <a:noFill/>
              </p:spPr>
              <p:txBody>
                <a:bodyPr anchor="b" anchorCtr="false" rtlCol="0" wrap="square">
                  <a:normAutofit/>
                </a:bodyPr>
                <a:lstStyle>
                  <a:defPPr>
                    <a:defRPr lang="zh-CN"/>
                  </a:defPPr>
                  <a:lvl1pPr>
                    <a:defRPr b="1" baseline="0" cap="none" i="0" kumimoji="0" normalizeH="0" spc="0" strike="noStrike" sz="1400" u="none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</a:defRPr>
                  </a:lvl1pPr>
                </a:lstStyle>
                <a:p>
                  <a:pPr algn="l"/>
                  <a:r>
                    <a:rPr b="true" i="false" lang="en-US" sz="1800" u="none">
                      <a:solidFill>
                        <a:srgbClr val="162FEA"/>
                      </a:solidFill>
                      <a:ea typeface="微软雅黑"/>
                    </a:rPr>
                    <a:t>明确核心需求</a:t>
                  </a:r>
                </a:p>
              </p:txBody>
            </p:sp>
            <p:sp>
              <p:nvSpPr>
                <p:cNvPr descr="2757fc54-d61d-4da0-aea0-6d87f0c4e717" id="49" name="Text1">
                  <a:extLst>
                    <a:ext uri="{FF2B5EF4-FFF2-40B4-BE49-F238E27FC236}">
                      <a16:creationId id="{164215A9-98EB-4C18-9355-486B756CC08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5632432" y="4433489"/>
                  <a:ext cx="2420897" cy="1200713"/>
                </a:xfrm>
                <a:prstGeom prst="rect">
                  <a:avLst/>
                </a:prstGeom>
                <a:noFill/>
              </p:spPr>
              <p:txBody>
                <a:bodyPr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baseline="0" cap="none" i="0" kumimoji="0" normalizeH="0" spc="0" strike="noStrike" sz="900" u="none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本文档旨在明确智能合同管理系统MVP的核心需求，为开发团队提供清晰的方向。</a:t>
                  </a:r>
                </a:p>
              </p:txBody>
            </p:sp>
          </p:grpSp>
        </p:grpSp>
        <p:grpSp>
          <p:nvGrpSpPr>
            <p:cNvPr descr="996dee73-8c89-47a4-878c-939e2a750b01" id="6" name="组合 5">
              <a:extLst>
                <a:ext uri="{FF2B5EF4-FFF2-40B4-BE49-F238E27FC236}">
                  <a16:creationId id="{6792131B-CA80-B1E8-D2DE-A487B0B8998B}"/>
                </a:ext>
              </a:extLst>
            </p:cNvPr>
            <p:cNvGrpSpPr/>
            <p:nvPr/>
          </p:nvGrpSpPr>
          <p:grpSpPr>
            <a:xfrm>
              <a:off x="3786378" y="3429000"/>
              <a:ext cx="2420897" cy="2205202"/>
              <a:chOff x="3786378" y="3429000"/>
              <a:chExt cx="2420897" cy="2205202"/>
            </a:xfrm>
          </p:grpSpPr>
          <p:sp>
            <p:nvSpPr>
              <p:cNvPr descr="59844dca-ffc2-4f09-8010-4050cea0f1b0" id="28" name="Number2">
                <a:extLst>
                  <a:ext uri="{FF2B5EF4-FFF2-40B4-BE49-F238E27FC236}">
                    <a16:creationId id="{EC4F33BB-1B0B-4B19-8873-62F180AFED56}"/>
                  </a:ext>
                </a:extLst>
              </p:cNvPr>
              <p:cNvSpPr/>
              <p:nvPr/>
            </p:nvSpPr>
            <p:spPr>
              <a:xfrm flipH="false" flipV="false">
                <a:off x="3900035" y="3429000"/>
                <a:ext cx="393646" cy="39364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grpSp>
            <p:nvGrpSpPr>
              <p:cNvPr descr="f8ae3f4b-0590-48cc-9de6-2a0f2cc6a9f0" id="38" name="组合 37">
                <a:extLst>
                  <a:ext uri="{FF2B5EF4-FFF2-40B4-BE49-F238E27FC236}">
                    <a16:creationId id="{9A439793-1598-4DAD-BF45-87042E08AD08}"/>
                  </a:ext>
                </a:extLst>
              </p:cNvPr>
              <p:cNvGrpSpPr/>
              <p:nvPr/>
            </p:nvGrpSpPr>
            <p:grpSpPr>
              <a:xfrm>
                <a:off x="3786378" y="3921891"/>
                <a:ext cx="2420897" cy="1712311"/>
                <a:chOff x="5632432" y="3921891"/>
                <a:chExt cx="2420897" cy="1712311"/>
              </a:xfrm>
            </p:grpSpPr>
            <p:sp>
              <p:nvSpPr>
                <p:cNvPr descr="5b8ec5da-b73e-409f-b9d5-ea9d363745ec" id="39" name="Bullet2">
                  <a:extLst>
                    <a:ext uri="{FF2B5EF4-FFF2-40B4-BE49-F238E27FC236}">
                      <a16:creationId id="{A3CBCDEC-BC01-4786-9E16-01B63975A91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5632433" y="3921891"/>
                  <a:ext cx="2420896" cy="511598"/>
                </a:xfrm>
                <a:prstGeom prst="rect">
                  <a:avLst/>
                </a:prstGeom>
                <a:noFill/>
              </p:spPr>
              <p:txBody>
                <a:bodyPr anchor="b" anchorCtr="false" rtlCol="0" wrap="square">
                  <a:normAutofit/>
                </a:bodyPr>
                <a:lstStyle>
                  <a:defPPr>
                    <a:defRPr lang="zh-CN"/>
                  </a:defPPr>
                  <a:lvl1pPr>
                    <a:defRPr b="1" baseline="0" cap="none" i="0" kumimoji="0" normalizeH="0" spc="0" strike="noStrike" sz="1400" u="none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</a:defRPr>
                  </a:lvl1pPr>
                </a:lstStyle>
                <a:p>
                  <a:pPr algn="l"/>
                  <a:r>
                    <a:rPr b="true" i="false" lang="en-US" sz="1800" u="none">
                      <a:solidFill>
                        <a:srgbClr val="162FEA"/>
                      </a:solidFill>
                      <a:ea typeface="微软雅黑"/>
                    </a:rPr>
                    <a:t>提供执行依据</a:t>
                  </a:r>
                </a:p>
              </p:txBody>
            </p:sp>
            <p:sp>
              <p:nvSpPr>
                <p:cNvPr descr="0b9dbde8-0ce5-4c13-a0a7-0ea5e50fffaf" id="43" name="Text2">
                  <a:extLst>
                    <a:ext uri="{FF2B5EF4-FFF2-40B4-BE49-F238E27FC236}">
                      <a16:creationId id="{9876EDA2-8BA5-4E24-B428-1E1BE3E7BA4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5632432" y="4433489"/>
                  <a:ext cx="2420897" cy="1200713"/>
                </a:xfrm>
                <a:prstGeom prst="rect">
                  <a:avLst/>
                </a:prstGeom>
                <a:noFill/>
              </p:spPr>
              <p:txBody>
                <a:bodyPr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baseline="0" cap="none" i="0" kumimoji="0" normalizeH="0" spc="0" strike="noStrike" sz="900" u="none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为开发团队提供统一的执行依据，确保各项工作有序开展。</a:t>
                  </a:r>
                </a:p>
              </p:txBody>
            </p:sp>
          </p:grpSp>
        </p:grpSp>
        <p:grpSp>
          <p:nvGrpSpPr>
            <p:cNvPr descr="d9e10a73-96ac-4a8b-b635-be8bd25f1184" id="8" name="组合 7">
              <a:extLst>
                <a:ext uri="{FF2B5EF4-FFF2-40B4-BE49-F238E27FC236}">
                  <a16:creationId id="{F5282CB7-0144-38A3-E804-24B95BE50EDE}"/>
                </a:ext>
              </a:extLst>
            </p:cNvPr>
            <p:cNvGrpSpPr/>
            <p:nvPr/>
          </p:nvGrpSpPr>
          <p:grpSpPr>
            <a:xfrm>
              <a:off x="7925476" y="3429000"/>
              <a:ext cx="2552024" cy="2205202"/>
              <a:chOff x="7925476" y="3429000"/>
              <a:chExt cx="2552024" cy="2205202"/>
            </a:xfrm>
          </p:grpSpPr>
          <p:sp>
            <p:nvSpPr>
              <p:cNvPr descr="dcc75cfa-b9db-4b30-95d6-ac278a96dac2" id="29" name="Number3">
                <a:extLst>
                  <a:ext uri="{FF2B5EF4-FFF2-40B4-BE49-F238E27FC236}">
                    <a16:creationId id="{C7B1A15F-6911-4967-A1FB-27F0FF991028}"/>
                  </a:ext>
                </a:extLst>
              </p:cNvPr>
              <p:cNvSpPr/>
              <p:nvPr/>
            </p:nvSpPr>
            <p:spPr>
              <a:xfrm flipH="false" flipV="false">
                <a:off x="9004664" y="3429000"/>
                <a:ext cx="393646" cy="39364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grpSp>
            <p:nvGrpSpPr>
              <p:cNvPr descr="b137acd2-90fd-4c0e-b61e-a0d709eae0e4" id="57" name="组合 56">
                <a:extLst>
                  <a:ext uri="{FF2B5EF4-FFF2-40B4-BE49-F238E27FC236}">
                    <a16:creationId id="{639ABE68-B5B5-4EA7-9BD1-8927AEEF075D}"/>
                  </a:ext>
                </a:extLst>
              </p:cNvPr>
              <p:cNvGrpSpPr/>
              <p:nvPr/>
            </p:nvGrpSpPr>
            <p:grpSpPr>
              <a:xfrm>
                <a:off x="7925476" y="3921890"/>
                <a:ext cx="2552024" cy="1712312"/>
                <a:chOff x="1214455" y="3921890"/>
                <a:chExt cx="2552024" cy="1712312"/>
              </a:xfrm>
            </p:grpSpPr>
            <p:sp>
              <p:nvSpPr>
                <p:cNvPr descr="619fb057-001e-4a97-82e5-27c7f298ce49" id="58" name="Bullet3">
                  <a:extLst>
                    <a:ext uri="{FF2B5EF4-FFF2-40B4-BE49-F238E27FC236}">
                      <a16:creationId id="{5CE9113C-0950-4135-883D-DB461E7C13D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214455" y="3921890"/>
                  <a:ext cx="2552024" cy="511598"/>
                </a:xfrm>
                <a:prstGeom prst="rect">
                  <a:avLst/>
                </a:prstGeom>
                <a:noFill/>
              </p:spPr>
              <p:txBody>
                <a:bodyPr anchor="b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defRPr b="1" baseline="0" cap="none" i="0" kumimoji="0" normalizeH="0" spc="0" strike="noStrike" sz="1400" u="none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162FEA"/>
                      </a:solidFill>
                      <a:ea typeface="微软雅黑"/>
                    </a:rPr>
                    <a:t>确保交付可用原型</a:t>
                  </a:r>
                </a:p>
              </p:txBody>
            </p:sp>
            <p:sp>
              <p:nvSpPr>
                <p:cNvPr descr="d35d8a4c-ab5c-4a60-ba03-b074f0f1b502" id="59" name="Text3">
                  <a:extLst>
                    <a:ext uri="{FF2B5EF4-FFF2-40B4-BE49-F238E27FC236}">
                      <a16:creationId id="{F0F1316A-2E11-48F4-BBE0-6A17D557C5B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214455" y="4433489"/>
                  <a:ext cx="2552024" cy="1200713"/>
                </a:xfrm>
                <a:prstGeom prst="rect">
                  <a:avLst/>
                </a:prstGeom>
                <a:noFill/>
              </p:spPr>
              <p:txBody>
                <a:bodyPr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baseline="0" cap="none" i="0" kumimoji="0" normalizeH="0" spc="0" strike="noStrike" sz="900" u="none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确保在7 - 10天内交付可用的Web应用原型，满足项目进度要求。</a:t>
                  </a:r>
                </a:p>
              </p:txBody>
            </p:sp>
          </p:grp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文档目的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d9bc4cd-3f7c-4363-ae47-2697c6b64a30" id="5" name="e681e976-c2db-416d-98a0-e17f4ad40312.source.3.zh-Hans.pptx">
            <a:extLst>
              <a:ext uri="{FF2B5EF4-FFF2-40B4-BE49-F238E27FC236}">
                <a16:creationId id="{D7387E2B-758B-9207-785D-7A533C0739B2}"/>
              </a:ext>
            </a:extLst>
          </p:cNvPr>
          <p:cNvGrpSpPr/>
          <p:nvPr/>
        </p:nvGrpSpPr>
        <p:grpSpPr>
          <a:xfrm>
            <a:off x="555414" y="1130300"/>
            <a:ext cx="11075370" cy="4597400"/>
            <a:chOff x="555414" y="1130300"/>
            <a:chExt cx="11075370" cy="4597400"/>
          </a:xfrm>
        </p:grpSpPr>
        <p:grpSp>
          <p:nvGrpSpPr>
            <p:cNvPr descr="e8f3598b-c679-4bb3-b28d-9554d690601a" id="4" name="组合 3">
              <a:extLst>
                <a:ext uri="{FF2B5EF4-FFF2-40B4-BE49-F238E27FC236}">
                  <a16:creationId id="{EF539FB0-32A6-6D11-4F15-40F9A2F5A97D}"/>
                </a:ext>
              </a:extLst>
            </p:cNvPr>
            <p:cNvGrpSpPr/>
            <p:nvPr/>
          </p:nvGrpSpPr>
          <p:grpSpPr>
            <a:xfrm>
              <a:off x="555414" y="3510525"/>
              <a:ext cx="11075370" cy="2217175"/>
              <a:chOff x="555414" y="3510525"/>
              <a:chExt cx="11075370" cy="2217175"/>
            </a:xfrm>
          </p:grpSpPr>
          <p:grpSp>
            <p:nvGrpSpPr>
              <p:cNvPr descr="ca1c8b22-7211-4031-ad2b-d2f1e4478b7a" id="24" name="组合 23">
                <a:extLst>
                  <a:ext uri="{FF2B5EF4-FFF2-40B4-BE49-F238E27FC236}">
                    <a16:creationId id="{D923C31E-E16C-29DA-337D-7C6D0DA91969}"/>
                  </a:ext>
                </a:extLst>
              </p:cNvPr>
              <p:cNvGrpSpPr/>
              <p:nvPr/>
            </p:nvGrpSpPr>
            <p:grpSpPr>
              <a:xfrm>
                <a:off x="555414" y="3515423"/>
                <a:ext cx="3146602" cy="2212277"/>
                <a:chOff x="5889114" y="2420304"/>
                <a:chExt cx="3146602" cy="2212277"/>
              </a:xfrm>
            </p:grpSpPr>
            <p:cxnSp>
              <p:nvCxnSpPr>
                <p:cNvPr descr="9311529c-c79a-4d22-ae66-b81701870c90" id="31" name="直接箭头连接符 30">
                  <a:extLst>
                    <a:ext uri="{FF2B5EF4-FFF2-40B4-BE49-F238E27FC236}">
                      <a16:creationId id="{70A2FFC7-C1DA-759F-A9D2-CECE3CF6EE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5984170" y="3071533"/>
                  <a:ext cx="2834977" cy="0"/>
                </a:xfrm>
                <a:prstGeom prst="straightConnector1">
                  <a:avLst/>
                </a:prstGeom>
                <a:ln w="15875">
                  <a:solidFill>
                    <a:schemeClr val="tx2">
                      <a:alpha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descr="e6da4186-4ba7-496a-9ad8-80f3076487ce" id="32" name="组合 31">
                  <a:extLst>
                    <a:ext uri="{FF2B5EF4-FFF2-40B4-BE49-F238E27FC236}">
                      <a16:creationId id="{C7ABDE26-9F30-D0FF-E23F-83314AD5B50C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889114" y="3139300"/>
                  <a:ext cx="3146602" cy="1493281"/>
                  <a:chOff x="7119257" y="2273790"/>
                  <a:chExt cx="2113471" cy="1469181"/>
                </a:xfrm>
                <a:noFill/>
              </p:grpSpPr>
              <p:sp>
                <p:nvSpPr>
                  <p:cNvPr descr="27dd08e9-d03b-4bcf-8455-5328dc69ca09" id="34" name="Bullet1">
                    <a:extLst>
                      <a:ext uri="{FF2B5EF4-FFF2-40B4-BE49-F238E27FC236}">
                        <a16:creationId id="{1E781F6E-3FBE-5230-C2AD-552E5B67F435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119258" y="2273790"/>
                    <a:ext cx="2113470" cy="46399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b" anchorCtr="false" bIns="45720" lIns="91440" rIns="91440" rtlCol="0" tIns="45720" wrap="square">
                    <a:normAutofit/>
                  </a:bodyPr>
                  <a:lstStyle>
                    <a:defPPr>
                      <a:defRPr lang="zh-CN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b="true" i="false" lang="en-US" sz="1800" u="none">
                        <a:solidFill>
                          <a:srgbClr val="2F2F2F"/>
                        </a:solidFill>
                        <a:ea typeface="微软雅黑"/>
                      </a:rPr>
                      <a:t>核心亮点</a:t>
                    </a:r>
                  </a:p>
                </p:txBody>
              </p:sp>
              <p:sp>
                <p:nvSpPr>
                  <p:cNvPr descr="e59ba0c9-9d68-46a6-9045-6497ed36ab86" id="35" name="Text1">
                    <a:extLst>
                      <a:ext uri="{FF2B5EF4-FFF2-40B4-BE49-F238E27FC236}">
                        <a16:creationId id="{A2C89674-B326-605F-A4BE-2FD40C973D7D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119257" y="2749638"/>
                    <a:ext cx="2113471" cy="993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t" anchorCtr="false" bIns="45720" lIns="91440" rIns="91440" rtlCol="0" tIns="45720" wrap="square">
                    <a:normAutofit/>
                  </a:bodyPr>
                  <a:lstStyle>
                    <a:defPPr>
                      <a:defRPr lang="zh-CN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微软雅黑"/>
                      </a:rPr>
                      <a:t>以 “AI 合同解析” 为核心亮点，展现系统的独特优势。</a:t>
                    </a:r>
                  </a:p>
                </p:txBody>
              </p:sp>
            </p:grpSp>
            <p:sp>
              <p:nvSpPr>
                <p:cNvPr descr="1a9b6c9d-f91b-4f88-a6d3-7edf8e89f880" id="33" name="Number1">
                  <a:extLst>
                    <a:ext uri="{FF2B5EF4-FFF2-40B4-BE49-F238E27FC236}">
                      <a16:creationId id="{EFBD3CC3-67EA-4603-8242-C159F9E358D9}"/>
                    </a:ext>
                  </a:extLst>
                </p:cNvPr>
                <p:cNvSpPr/>
                <p:nvPr/>
              </p:nvSpPr>
              <p:spPr>
                <a:xfrm flipH="false" flipV="false">
                  <a:off x="5889116" y="2420304"/>
                  <a:ext cx="726724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b="true" i="false" lang="en-US" sz="3600" u="none">
                      <a:solidFill>
                        <a:srgbClr val="162FEA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descr="0d3ddce3-93e3-4c03-9d50-496ec5e08243" id="25" name="组合 24">
                <a:extLst>
                  <a:ext uri="{FF2B5EF4-FFF2-40B4-BE49-F238E27FC236}">
                    <a16:creationId id="{3B927C77-73AD-1A55-7D67-7F10902360E2}"/>
                  </a:ext>
                </a:extLst>
              </p:cNvPr>
              <p:cNvGrpSpPr/>
              <p:nvPr/>
            </p:nvGrpSpPr>
            <p:grpSpPr>
              <a:xfrm>
                <a:off x="4519798" y="3512974"/>
                <a:ext cx="3146602" cy="2212277"/>
                <a:chOff x="5889114" y="2420304"/>
                <a:chExt cx="3146602" cy="2212277"/>
              </a:xfrm>
            </p:grpSpPr>
            <p:cxnSp>
              <p:nvCxnSpPr>
                <p:cNvPr descr="0ede1775-b7b1-4919-8c44-19166d3ea062" id="26" name="直接箭头连接符 25">
                  <a:extLst>
                    <a:ext uri="{FF2B5EF4-FFF2-40B4-BE49-F238E27FC236}">
                      <a16:creationId id="{5EFD4863-DE8F-8E83-2458-8530F9DF7F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5984170" y="3071533"/>
                  <a:ext cx="2834977" cy="0"/>
                </a:xfrm>
                <a:prstGeom prst="straightConnector1">
                  <a:avLst/>
                </a:prstGeom>
                <a:ln w="15875">
                  <a:solidFill>
                    <a:schemeClr val="tx2">
                      <a:alpha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descr="d81b7d10-65b7-4fad-9961-0a122ec1376e" id="27" name="组合 26">
                  <a:extLst>
                    <a:ext uri="{FF2B5EF4-FFF2-40B4-BE49-F238E27FC236}">
                      <a16:creationId id="{21A35029-9024-4F2F-1B0B-382393BDED8E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889114" y="3139300"/>
                  <a:ext cx="3146602" cy="1493281"/>
                  <a:chOff x="7119257" y="2273790"/>
                  <a:chExt cx="2113471" cy="1469181"/>
                </a:xfrm>
                <a:noFill/>
              </p:grpSpPr>
              <p:sp>
                <p:nvSpPr>
                  <p:cNvPr descr="73340079-e135-4665-b200-bdd4306eef3b" id="29" name="Bullet2">
                    <a:extLst>
                      <a:ext uri="{FF2B5EF4-FFF2-40B4-BE49-F238E27FC236}">
                        <a16:creationId id="{9A10DBBD-CF55-FA75-9FFF-41E9E9CFA791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119258" y="2273790"/>
                    <a:ext cx="2113470" cy="46399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b" anchorCtr="false" bIns="45720" lIns="91440" rIns="91440" rtlCol="0" tIns="45720" wrap="square">
                    <a:normAutofit/>
                  </a:bodyPr>
                  <a:lstStyle>
                    <a:defPPr>
                      <a:defRPr lang="zh-CN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b="true" i="false" lang="en-US" sz="1800" u="none">
                        <a:solidFill>
                          <a:srgbClr val="2F2F2F"/>
                        </a:solidFill>
                        <a:ea typeface="微软雅黑"/>
                      </a:rPr>
                      <a:t>实现功能</a:t>
                    </a:r>
                  </a:p>
                </p:txBody>
              </p:sp>
              <p:sp>
                <p:nvSpPr>
                  <p:cNvPr descr="7f6229c8-e6dc-46e1-af63-3f5152d19059" id="30" name="Text2">
                    <a:extLst>
                      <a:ext uri="{FF2B5EF4-FFF2-40B4-BE49-F238E27FC236}">
                        <a16:creationId id="{21D61281-FDA3-0957-10AC-B15959859D87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119257" y="2749638"/>
                    <a:ext cx="2113471" cy="993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t" anchorCtr="false" bIns="45720" lIns="91440" rIns="91440" rtlCol="0" tIns="45720" wrap="square">
                    <a:normAutofit/>
                  </a:bodyPr>
                  <a:lstStyle>
                    <a:defPPr>
                      <a:defRPr lang="zh-CN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微软雅黑"/>
                      </a:rPr>
                      <a:t>实现合同上传、文本提取、AI智能分析、结果展示及日历导出功能。</a:t>
                    </a:r>
                  </a:p>
                </p:txBody>
              </p:sp>
            </p:grpSp>
            <p:sp>
              <p:nvSpPr>
                <p:cNvPr descr="5dfa66c0-05a0-4d23-9f91-7e0fb530d61b" id="28" name="Number2">
                  <a:extLst>
                    <a:ext uri="{FF2B5EF4-FFF2-40B4-BE49-F238E27FC236}">
                      <a16:creationId id="{343BE6C8-47D1-6F48-B24C-DDCC1D9498E9}"/>
                    </a:ext>
                  </a:extLst>
                </p:cNvPr>
                <p:cNvSpPr/>
                <p:nvPr/>
              </p:nvSpPr>
              <p:spPr>
                <a:xfrm flipH="false" flipV="false">
                  <a:off x="5889116" y="2420304"/>
                  <a:ext cx="726724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b="true" i="false" lang="en-US" sz="3600" u="none">
                      <a:solidFill>
                        <a:srgbClr val="778495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9c681193-c575-4207-a938-dd1eb109f537" id="12" name="组合 11">
                <a:extLst>
                  <a:ext uri="{FF2B5EF4-FFF2-40B4-BE49-F238E27FC236}">
                    <a16:creationId id="{71436890-FDF0-97C6-2B9A-90602967559B}"/>
                  </a:ext>
                </a:extLst>
              </p:cNvPr>
              <p:cNvGrpSpPr/>
              <p:nvPr/>
            </p:nvGrpSpPr>
            <p:grpSpPr>
              <a:xfrm>
                <a:off x="8484182" y="3510525"/>
                <a:ext cx="3146602" cy="2212277"/>
                <a:chOff x="5889114" y="2420304"/>
                <a:chExt cx="3146602" cy="2212277"/>
              </a:xfrm>
            </p:grpSpPr>
            <p:cxnSp>
              <p:nvCxnSpPr>
                <p:cNvPr descr="0efc0ead-4a8c-4242-8436-bd6b61c22134" id="19" name="直接箭头连接符 18">
                  <a:extLst>
                    <a:ext uri="{FF2B5EF4-FFF2-40B4-BE49-F238E27FC236}">
                      <a16:creationId id="{0B546442-CA09-E54E-F130-7C371DE9D9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5984170" y="3071533"/>
                  <a:ext cx="2834977" cy="0"/>
                </a:xfrm>
                <a:prstGeom prst="straightConnector1">
                  <a:avLst/>
                </a:prstGeom>
                <a:ln w="15875">
                  <a:solidFill>
                    <a:schemeClr val="tx2">
                      <a:alpha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descr="9ec14e29-3ed7-43e5-ac07-a99490747754" id="20" name="组合 19">
                  <a:extLst>
                    <a:ext uri="{FF2B5EF4-FFF2-40B4-BE49-F238E27FC236}">
                      <a16:creationId id="{83213D84-18DA-6EE2-B701-43A2E735E26D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889114" y="3139300"/>
                  <a:ext cx="3146602" cy="1493281"/>
                  <a:chOff x="7119257" y="2273790"/>
                  <a:chExt cx="2113471" cy="1469181"/>
                </a:xfrm>
                <a:noFill/>
              </p:grpSpPr>
              <p:sp>
                <p:nvSpPr>
                  <p:cNvPr descr="7938a0ca-9db5-44cc-8d26-cae46c42bcef" id="22" name="Bullet3">
                    <a:extLst>
                      <a:ext uri="{FF2B5EF4-FFF2-40B4-BE49-F238E27FC236}">
                        <a16:creationId id="{010555D1-5DAF-6220-0013-A9683B89894B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119258" y="2273790"/>
                    <a:ext cx="2113470" cy="46399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b" anchorCtr="false" bIns="45720" lIns="91440" rIns="91440" rtlCol="0" tIns="45720" wrap="square">
                    <a:normAutofit/>
                  </a:bodyPr>
                  <a:lstStyle>
                    <a:defPPr>
                      <a:defRPr lang="zh-CN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b="true" i="false" lang="en-US" sz="1800" u="none">
                        <a:solidFill>
                          <a:srgbClr val="2F2F2F"/>
                        </a:solidFill>
                        <a:ea typeface="微软雅黑"/>
                      </a:rPr>
                      <a:t>满足需求</a:t>
                    </a:r>
                  </a:p>
                </p:txBody>
              </p:sp>
              <p:sp>
                <p:nvSpPr>
                  <p:cNvPr descr="eab14517-af7a-4429-af4a-6cddeb3f271c" id="23" name="Text3">
                    <a:extLst>
                      <a:ext uri="{FF2B5EF4-FFF2-40B4-BE49-F238E27FC236}">
                        <a16:creationId id="{66D69321-6B72-CF03-F1F5-2DB7D301F7BB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7119257" y="2749638"/>
                    <a:ext cx="2113471" cy="993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t" anchorCtr="false" bIns="45720" lIns="91440" rIns="91440" rtlCol="0" tIns="45720" wrap="square">
                    <a:normAutofit/>
                  </a:bodyPr>
                  <a:lstStyle>
                    <a:defPPr>
                      <a:defRPr lang="zh-CN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微软雅黑"/>
                      </a:rPr>
                      <a:t>满足用户快速识别合同核心信息与风险的核心需求。</a:t>
                    </a:r>
                  </a:p>
                </p:txBody>
              </p:sp>
            </p:grpSp>
            <p:sp>
              <p:nvSpPr>
                <p:cNvPr descr="4d1e8b16-e55f-4669-b961-bb4ac4492385" id="21" name="Number3">
                  <a:extLst>
                    <a:ext uri="{FF2B5EF4-FFF2-40B4-BE49-F238E27FC236}">
                      <a16:creationId id="{CE7F4D1E-F976-FCFD-FDE5-0CF0DA153806}"/>
                    </a:ext>
                  </a:extLst>
                </p:cNvPr>
                <p:cNvSpPr/>
                <p:nvPr/>
              </p:nvSpPr>
              <p:spPr>
                <a:xfrm flipH="false" flipV="false">
                  <a:off x="5889116" y="2420304"/>
                  <a:ext cx="726724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b="true" i="false" lang="en-US" sz="3600" u="none">
                      <a:solidFill>
                        <a:srgbClr val="162FEA"/>
                      </a:solidFill>
                      <a:latin typeface="Arial"/>
                    </a:rPr>
                    <a:t>03</a:t>
                  </a:r>
                </a:p>
              </p:txBody>
            </p:sp>
          </p:grpSp>
        </p:grpSp>
        <p:sp>
          <p:nvSpPr>
            <p:cNvPr descr="04176ecd-6783-4ab1-8627-691af7fa2e92" id="3" name="Title">
              <a:extLst>
                <a:ext uri="{FF2B5EF4-FFF2-40B4-BE49-F238E27FC236}">
                  <a16:creationId id="{86917177-2865-56CF-F025-85C8CD1D59AC}"/>
                </a:ext>
              </a:extLst>
            </p:cNvPr>
            <p:cNvSpPr txBox="1"/>
            <p:nvPr/>
          </p:nvSpPr>
          <p:spPr>
            <a:xfrm flipH="false" flipV="false">
              <a:off x="2026816" y="1130300"/>
              <a:ext cx="8125668" cy="584775"/>
            </a:xfrm>
            <a:prstGeom prst="rect">
              <a:avLst/>
            </a:prstGeom>
            <a:noFill/>
            <a:effectLst/>
          </p:spPr>
          <p:txBody>
            <a:bodyPr anchor="t" anchorCtr="true" rtlCol="0" wrap="square">
              <a:normAutofit/>
            </a:bodyPr>
            <a:lstStyle>
              <a:defPPr>
                <a:defRPr lang="zh-CN"/>
              </a:defPPr>
              <a:lvl1pPr>
                <a:defRPr b="1" i="0" sz="200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effectLst>
                    <a:outerShdw algn="ctr" blurRad="76200" dir="5400000" dist="50800" rotWithShape="0">
                      <a:schemeClr val="accent1">
                        <a:alpha val="20000"/>
                      </a:schemeClr>
                    </a:outerShdw>
                  </a:effectLst>
                </a:defRPr>
              </a:lvl1pPr>
            </a:lstStyle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阐述系统核心亮点与功能</a:t>
              </a:r>
            </a:p>
          </p:txBody>
        </p: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核心目标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352ca2c-cba2-41f8-9457-97ece2b3d4d6" id="9" name="08fadcbb-6496-46b3-bba6-00576fc4a25e.source.3.zh-Hans.pptx">
            <a:extLst>
              <a:ext uri="{FF2B5EF4-FFF2-40B4-BE49-F238E27FC236}">
                <a16:creationId id="{22E7B949-9F92-C52F-A703-F13E41A6FD7E}"/>
              </a:ext>
            </a:extLst>
          </p:cNvPr>
          <p:cNvGrpSpPr/>
          <p:nvPr/>
        </p:nvGrpSpPr>
        <p:grpSpPr>
          <a:xfrm>
            <a:off x="781012" y="1934342"/>
            <a:ext cx="9896197" cy="3415039"/>
            <a:chOff x="781012" y="1934342"/>
            <a:chExt cx="9896197" cy="3415039"/>
          </a:xfrm>
        </p:grpSpPr>
        <p:sp>
          <p:nvSpPr>
            <p:cNvPr descr="1e2c29d5-5a9b-4d19-9283-a95651483398" id="4" name="Title">
              <a:extLst>
                <a:ext uri="{FF2B5EF4-FFF2-40B4-BE49-F238E27FC236}">
                  <a16:creationId id="{A084B82A-CDA8-4428-9C05-66784DB7CC4F}"/>
                </a:ext>
              </a:extLst>
            </p:cNvPr>
            <p:cNvSpPr/>
            <p:nvPr/>
          </p:nvSpPr>
          <p:spPr>
            <a:xfrm flipH="false" flipV="false">
              <a:off x="781012" y="1934342"/>
              <a:ext cx="1687455" cy="3415039"/>
            </a:xfrm>
            <a:prstGeom prst="roundRect">
              <a:avLst>
                <a:gd fmla="val 9296" name="adj"/>
              </a:avLst>
            </a:prstGeom>
            <a:solidFill>
              <a:schemeClr val="tx2">
                <a:alpha val="80000"/>
              </a:schemeClr>
            </a:solidFill>
            <a:ln cap="rnd" w="57150">
              <a:noFill/>
              <a:prstDash val="solid"/>
              <a:round/>
            </a:ln>
            <a:effectLst>
              <a:outerShdw algn="ctr" blurRad="76200" dir="5400000" dist="50800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true" bIns="45720" compatLnSpc="1" forceAA="0" fromWordArt="0" lIns="91440" numCol="1" rIns="91440" rot="0" rtlCol="0" spcCol="0" spcFirstLastPara="0" tIns="4572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说明文档适用对象</a:t>
              </a:r>
            </a:p>
          </p:txBody>
        </p:sp>
        <p:grpSp>
          <p:nvGrpSpPr>
            <p:cNvPr descr="7321e1e6-4a8b-486d-83fc-101b4d27ca33" id="7" name="组合 6">
              <a:extLst>
                <a:ext uri="{FF2B5EF4-FFF2-40B4-BE49-F238E27FC236}">
                  <a16:creationId id="{D8F4DEA0-AC80-C9E0-A2F1-29DC482B18F8}"/>
                </a:ext>
              </a:extLst>
            </p:cNvPr>
            <p:cNvGrpSpPr/>
            <p:nvPr/>
          </p:nvGrpSpPr>
          <p:grpSpPr>
            <a:xfrm>
              <a:off x="3519744" y="2871320"/>
              <a:ext cx="7157465" cy="2300391"/>
              <a:chOff x="3519744" y="2871320"/>
              <a:chExt cx="7157465" cy="2300391"/>
            </a:xfrm>
          </p:grpSpPr>
          <p:grpSp>
            <p:nvGrpSpPr>
              <p:cNvPr descr="9ae4d281-985e-4d95-849e-34ddb8d7accd" id="8" name="组合 7">
                <a:extLst>
                  <a:ext uri="{FF2B5EF4-FFF2-40B4-BE49-F238E27FC236}">
                    <a16:creationId id="{D5CD533D-8BE5-46BC-B2B2-CF9D3EA751AD}"/>
                  </a:ext>
                </a:extLst>
              </p:cNvPr>
              <p:cNvGrpSpPr/>
              <p:nvPr/>
            </p:nvGrpSpPr>
            <p:grpSpPr>
              <a:xfrm>
                <a:off x="3519744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descr="5b4b0a70-75cc-43ee-9dd3-a6684b863176" id="5" name="Bullet1">
                  <a:extLst>
                    <a:ext uri="{FF2B5EF4-FFF2-40B4-BE49-F238E27FC236}">
                      <a16:creationId id="{4AE8E6D9-E0DF-4E24-85CC-4471CDF7988B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开发团队</a:t>
                  </a:r>
                </a:p>
              </p:txBody>
            </p:sp>
            <p:sp>
              <p:nvSpPr>
                <p:cNvPr descr="fd8df812-0d6c-47c9-b9c5-d13d6e17030d" id="6" name="Text1">
                  <a:extLst>
                    <a:ext uri="{FF2B5EF4-FFF2-40B4-BE49-F238E27FC236}">
                      <a16:creationId id="{52F2388A-6D5D-4471-8073-C752FCBBEE27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适用于前端、后端、测试等开发团队，指导开发工作。</a:t>
                  </a:r>
                </a:p>
              </p:txBody>
            </p:sp>
            <p:sp>
              <p:nvSpPr>
                <p:cNvPr descr="f3998a19-31c5-43dc-8018-1ec95ad4792f" id="12" name="Number1">
                  <a:extLst>
                    <a:ext uri="{FF2B5EF4-FFF2-40B4-BE49-F238E27FC236}">
                      <a16:creationId id="{CD3717A8-BBEB-4BB8-B71A-302BB77CB1DC}"/>
                    </a:ext>
                  </a:extLst>
                </p:cNvPr>
                <p:cNvSpPr/>
                <p:nvPr/>
              </p:nvSpPr>
              <p:spPr>
                <a:xfrm flipH="false" flipV="false">
                  <a:off x="2707286" y="2851600"/>
                  <a:ext cx="710012" cy="69332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FFFFFF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descr="4fbb5b16-f506-41b6-9c3d-8c7d71c7939e" id="19" name="组合 18">
                <a:extLst>
                  <a:ext uri="{FF2B5EF4-FFF2-40B4-BE49-F238E27FC236}">
                    <a16:creationId id="{9400D33C-AEA4-4C93-95E0-162FB3DC68D0}"/>
                  </a:ext>
                </a:extLst>
              </p:cNvPr>
              <p:cNvGrpSpPr/>
              <p:nvPr/>
            </p:nvGrpSpPr>
            <p:grpSpPr>
              <a:xfrm>
                <a:off x="5947156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descr="4b445a9d-1e2f-4bcb-94f2-873c3fd9dd80" id="20" name="Bullet2">
                  <a:extLst>
                    <a:ext uri="{FF2B5EF4-FFF2-40B4-BE49-F238E27FC236}">
                      <a16:creationId id="{282C5108-313B-4A4A-9F18-D4AA8398A947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产品负责人</a:t>
                  </a:r>
                </a:p>
              </p:txBody>
            </p:sp>
            <p:sp>
              <p:nvSpPr>
                <p:cNvPr descr="57759a5f-961f-4b2f-bf01-ecaaa833ff55" id="21" name="Text2">
                  <a:extLst>
                    <a:ext uri="{FF2B5EF4-FFF2-40B4-BE49-F238E27FC236}">
                      <a16:creationId id="{20F02EC0-D09F-4E76-840C-D201161A30F0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产品负责人可依据文档进行产品规划和管理。</a:t>
                  </a:r>
                </a:p>
              </p:txBody>
            </p:sp>
            <p:sp>
              <p:nvSpPr>
                <p:cNvPr descr="b767a4f8-e3dd-451f-aa04-1652b67dea71" id="22" name="Number2">
                  <a:extLst>
                    <a:ext uri="{FF2B5EF4-FFF2-40B4-BE49-F238E27FC236}">
                      <a16:creationId id="{FE91CA0A-0391-418F-9E3F-E981AEFB97BE}"/>
                    </a:ext>
                  </a:extLst>
                </p:cNvPr>
                <p:cNvSpPr/>
                <p:nvPr/>
              </p:nvSpPr>
              <p:spPr>
                <a:xfrm flipH="false" flipV="false">
                  <a:off x="2707286" y="2851600"/>
                  <a:ext cx="710012" cy="69332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tx2">
                    <a:alpha val="80000"/>
                  </a:schemeClr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FFFFFF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916c8aa1-fc38-4d78-991f-2c7c3ff6d2d7" id="24" name="组合 23">
                <a:extLst>
                  <a:ext uri="{FF2B5EF4-FFF2-40B4-BE49-F238E27FC236}">
                    <a16:creationId id="{10FC34AB-6E84-4B8B-B272-3E118D352023}"/>
                  </a:ext>
                </a:extLst>
              </p:cNvPr>
              <p:cNvGrpSpPr/>
              <p:nvPr/>
            </p:nvGrpSpPr>
            <p:grpSpPr>
              <a:xfrm>
                <a:off x="8374567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descr="78d1fb9a-db9a-4cd5-b01e-7501c7da5394" id="25" name="Bullet3">
                  <a:extLst>
                    <a:ext uri="{FF2B5EF4-FFF2-40B4-BE49-F238E27FC236}">
                      <a16:creationId id="{A744F380-8A2E-49A1-B360-8ABE91F3759A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相关 stakeholders</a:t>
                  </a:r>
                </a:p>
              </p:txBody>
            </p:sp>
            <p:sp>
              <p:nvSpPr>
                <p:cNvPr descr="841474e1-865b-493b-a2b6-25573b4d3caf" id="26" name="Text3">
                  <a:extLst>
                    <a:ext uri="{FF2B5EF4-FFF2-40B4-BE49-F238E27FC236}">
                      <a16:creationId id="{CDD33385-61FD-4D91-AA81-7711A2F00039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其他相关利益相关者也可参考文档了解项目情况。</a:t>
                  </a:r>
                </a:p>
              </p:txBody>
            </p:sp>
            <p:sp>
              <p:nvSpPr>
                <p:cNvPr descr="774de776-7201-4b62-9773-291f7860780e" id="27" name="Number3">
                  <a:extLst>
                    <a:ext uri="{FF2B5EF4-FFF2-40B4-BE49-F238E27FC236}">
                      <a16:creationId id="{82B88AEE-E455-42AB-977E-FB83ED037171}"/>
                    </a:ext>
                  </a:extLst>
                </p:cNvPr>
                <p:cNvSpPr/>
                <p:nvPr/>
              </p:nvSpPr>
              <p:spPr>
                <a:xfrm flipH="false" flipV="false">
                  <a:off x="2707286" y="2851600"/>
                  <a:ext cx="710012" cy="69332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tx2">
                    <a:alpha val="80000"/>
                  </a:schemeClr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FFFFFF"/>
                      </a:solidFill>
                      <a:latin typeface="Arial"/>
                    </a:rPr>
                    <a:t>03</a:t>
                  </a:r>
                </a:p>
              </p:txBody>
            </p:sp>
          </p:grp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适用范围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fdd7422-6c2c-4f23-a26f-d8911de0d8e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400" u="none">
                <a:solidFill>
                  <a:srgbClr val="FFFFFF"/>
                </a:solidFill>
                <a:ea typeface="微软雅黑"/>
              </a:rPr>
              <a:t>技术栈规范</a:t>
            </a:r>
          </a:p>
        </p:txBody>
      </p:sp>
      <p:sp>
        <p:nvSpPr>
          <p:cNvPr descr="816a5328-e055-4120-bb73-d90b57599e16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FFFFFF"/>
                </a:solidFill>
                <a:ea typeface="微软雅黑"/>
              </a:rPr>
              <a:t>说明系统采用的各项技术选型及备注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8603925-f86a-4cac-a385-21a13b2d8d22" id="4" name="71beb635-9f0b-4da1-a5a4-4c9ac9c1042d.source.7.zh-Hans.pptx">
            <a:extLst>
              <a:ext uri="{FF2B5EF4-FFF2-40B4-BE49-F238E27FC236}">
                <a16:creationId id="{465DEB60-3BBE-4396-FD28-9F71A1188AD9}"/>
              </a:ext>
            </a:extLst>
          </p:cNvPr>
          <p:cNvGrpSpPr/>
          <p:nvPr/>
        </p:nvGrpSpPr>
        <p:grpSpPr>
          <a:xfrm>
            <a:off x="660401" y="1130300"/>
            <a:ext cx="10858498" cy="5235174"/>
            <a:chOff x="660401" y="1130300"/>
            <a:chExt cx="10858498" cy="5235174"/>
          </a:xfrm>
        </p:grpSpPr>
        <p:sp>
          <p:nvSpPr>
            <p:cNvPr descr="4ebbe2e2-934c-4be0-a6bd-c349efde7462" id="19" name="Rounded Rectangle 1_1_1_1">
              <a:extLst>
                <a:ext uri="{FF2B5EF4-FFF2-40B4-BE49-F238E27FC236}">
                  <a16:creationId id="{171D0890-173D-B402-CCF7-0287441CEBE3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4187695" y="1638417"/>
              <a:ext cx="3803910" cy="3803910"/>
            </a:xfrm>
            <a:prstGeom prst="roundRect">
              <a:avLst>
                <a:gd fmla="val 50000" name="adj"/>
              </a:avLst>
            </a:prstGeom>
            <a:solidFill>
              <a:schemeClr val="tx1">
                <a:alpha val="5000"/>
              </a:schemeClr>
            </a:solidFill>
            <a:ln cap="rnd" w="12700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0" compatLnSpc="1" forceAA="0" fromWordArt="0" lIns="0" numCol="1" rIns="0" rot="0" rtlCol="0" spcCol="0" spcFirstLastPara="0" tIns="0" vert="horz" wrap="square">
              <a:normAutofit/>
            </a:bodyPr>
            <a:lstStyle/>
            <a:p>
              <a:pPr algn="ctr"/>
            </a:p>
          </p:txBody>
        </p:sp>
        <p:sp>
          <p:nvSpPr>
            <p:cNvPr descr="7d15ba4a-c8b7-4426-8507-0e56af43e9b5" id="49" name="Title">
              <a:extLst>
                <a:ext uri="{FF2B5EF4-FFF2-40B4-BE49-F238E27FC236}">
                  <a16:creationId id="{DE44F044-FAAA-54E1-042F-4BA16DFA9560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4632606" y="2083328"/>
              <a:ext cx="2914088" cy="2914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介绍前端相关技术</a:t>
              </a:r>
            </a:p>
          </p:txBody>
        </p:sp>
        <p:grpSp>
          <p:nvGrpSpPr>
            <p:cNvPr descr="55e753e8-5aa8-45fd-b212-3d694d282c7b" id="88" name="组合 87">
              <a:extLst>
                <a:ext uri="{FF2B5EF4-FFF2-40B4-BE49-F238E27FC236}">
                  <a16:creationId id="{83ED0530-D1CD-12D7-ACBB-1EC10FDA09DC}"/>
                </a:ext>
              </a:extLst>
            </p:cNvPr>
            <p:cNvGrpSpPr/>
            <p:nvPr/>
          </p:nvGrpSpPr>
          <p:grpSpPr>
            <a:xfrm>
              <a:off x="660401" y="1130300"/>
              <a:ext cx="3253271" cy="1279172"/>
              <a:chOff x="660401" y="1201352"/>
              <a:chExt cx="3253271" cy="1279172"/>
            </a:xfrm>
          </p:grpSpPr>
          <p:sp>
            <p:nvSpPr>
              <p:cNvPr descr="8639081c-f818-4f53-9dc5-bdc885500444" id="5" name="Text1">
                <a:extLst>
                  <a:ext uri="{FF2B5EF4-FFF2-40B4-BE49-F238E27FC236}">
                    <a16:creationId id="{2EEAC1B2-9A62-0173-F129-80AEBA1BAFE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1703610"/>
                <a:ext cx="3241989" cy="776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选用Vue 3 + ，实现高效开发，减少冗余代码。</a:t>
                </a:r>
              </a:p>
            </p:txBody>
          </p:sp>
          <p:sp>
            <p:nvSpPr>
              <p:cNvPr descr="a4259f8c-4bad-474f-9370-0f49df8b816f" id="6" name="Bullet1">
                <a:extLst>
                  <a:ext uri="{FF2B5EF4-FFF2-40B4-BE49-F238E27FC236}">
                    <a16:creationId id="{E06FEF9A-88FA-4F18-C3D1-999CD42C4F0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080383" y="1201352"/>
                <a:ext cx="2833289" cy="474488"/>
              </a:xfrm>
              <a:prstGeom prst="roundRect">
                <a:avLst/>
              </a:prstGeom>
              <a:solidFill>
                <a:schemeClr val="tx1">
                  <a:alpha val="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框架</a:t>
                </a:r>
              </a:p>
            </p:txBody>
          </p:sp>
          <p:sp>
            <p:nvSpPr>
              <p:cNvPr descr="81aca8a4-b3f2-4665-aec1-454dc350f9d8" id="7" name="Number1">
                <a:extLst>
                  <a:ext uri="{FF2B5EF4-FFF2-40B4-BE49-F238E27FC236}">
                    <a16:creationId id="{B891B657-3289-6872-563C-4A0373E7D1F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1" y="1229122"/>
                <a:ext cx="419982" cy="418948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b62f1102-f15d-4858-b194-45698c69623c" id="89" name="组合 88">
              <a:extLst>
                <a:ext uri="{FF2B5EF4-FFF2-40B4-BE49-F238E27FC236}">
                  <a16:creationId id="{0F9D7226-11CE-A9F5-B988-79CF9D9233BA}"/>
                </a:ext>
              </a:extLst>
            </p:cNvPr>
            <p:cNvGrpSpPr/>
            <p:nvPr/>
          </p:nvGrpSpPr>
          <p:grpSpPr>
            <a:xfrm>
              <a:off x="660401" y="2448967"/>
              <a:ext cx="3253271" cy="1279172"/>
              <a:chOff x="660401" y="2520019"/>
              <a:chExt cx="3253271" cy="1279172"/>
            </a:xfrm>
          </p:grpSpPr>
          <p:sp>
            <p:nvSpPr>
              <p:cNvPr descr="34a8a629-d2b8-44c7-a78c-2160fe07ddb7" id="12" name="Text2">
                <a:extLst>
                  <a:ext uri="{FF2B5EF4-FFF2-40B4-BE49-F238E27FC236}">
                    <a16:creationId id="{2EEAC1B2-9A62-0173-F129-80AEBA1BAFE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3022277"/>
                <a:ext cx="3241989" cy="776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使用Vite，具备极速冷启动与热更新的特点，提高开发效率。</a:t>
                </a:r>
              </a:p>
            </p:txBody>
          </p:sp>
          <p:sp>
            <p:nvSpPr>
              <p:cNvPr descr="1054cbed-18a3-4d1a-ac81-2c6e576ba956" id="13" name="Bullet2">
                <a:extLst>
                  <a:ext uri="{FF2B5EF4-FFF2-40B4-BE49-F238E27FC236}">
                    <a16:creationId id="{E06FEF9A-88FA-4F18-C3D1-999CD42C4F0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080383" y="2520019"/>
                <a:ext cx="2833289" cy="474488"/>
              </a:xfrm>
              <a:prstGeom prst="roundRect">
                <a:avLst/>
              </a:prstGeom>
              <a:solidFill>
                <a:schemeClr val="tx1">
                  <a:alpha val="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构建工具</a:t>
                </a:r>
              </a:p>
            </p:txBody>
          </p:sp>
          <p:sp>
            <p:nvSpPr>
              <p:cNvPr descr="639a0a31-121f-45b2-98a8-4d8ffbfb598e" id="14" name="Number2">
                <a:extLst>
                  <a:ext uri="{FF2B5EF4-FFF2-40B4-BE49-F238E27FC236}">
                    <a16:creationId id="{B891B657-3289-6872-563C-4A0373E7D1F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1" y="2547789"/>
                <a:ext cx="419982" cy="418948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5b69099b-4a7c-421f-b4d4-c6707069c470" id="90" name="组合 89">
              <a:extLst>
                <a:ext uri="{FF2B5EF4-FFF2-40B4-BE49-F238E27FC236}">
                  <a16:creationId id="{69B1FCB2-7F21-4C12-3A0B-B42AE2B188A9}"/>
                </a:ext>
              </a:extLst>
            </p:cNvPr>
            <p:cNvGrpSpPr/>
            <p:nvPr/>
          </p:nvGrpSpPr>
          <p:grpSpPr>
            <a:xfrm>
              <a:off x="660401" y="3767634"/>
              <a:ext cx="3253271" cy="1279172"/>
              <a:chOff x="660401" y="3838686"/>
              <a:chExt cx="3253271" cy="1279172"/>
            </a:xfrm>
          </p:grpSpPr>
          <p:sp>
            <p:nvSpPr>
              <p:cNvPr descr="a2a7c861-8d1d-4d3f-894c-a707e50b968c" id="23" name="Text3">
                <a:extLst>
                  <a:ext uri="{FF2B5EF4-FFF2-40B4-BE49-F238E27FC236}">
                    <a16:creationId id="{2EEAC1B2-9A62-0173-F129-80AEBA1BAFE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60401" y="4340944"/>
                <a:ext cx="3241989" cy="776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采用Element Plus，兼容Vue 3，提供上传、列表等现成组件。</a:t>
                </a:r>
              </a:p>
            </p:txBody>
          </p:sp>
          <p:sp>
            <p:nvSpPr>
              <p:cNvPr descr="da7067cc-fe73-43ab-b6cc-6a517a5c75e6" id="24" name="Bullet3">
                <a:extLst>
                  <a:ext uri="{FF2B5EF4-FFF2-40B4-BE49-F238E27FC236}">
                    <a16:creationId id="{E06FEF9A-88FA-4F18-C3D1-999CD42C4F0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080383" y="3838686"/>
                <a:ext cx="2833289" cy="474488"/>
              </a:xfrm>
              <a:prstGeom prst="roundRect">
                <a:avLst/>
              </a:prstGeom>
              <a:solidFill>
                <a:schemeClr val="tx1">
                  <a:alpha val="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UI组件库</a:t>
                </a:r>
              </a:p>
            </p:txBody>
          </p:sp>
          <p:sp>
            <p:nvSpPr>
              <p:cNvPr descr="0f5038d1-efd8-4134-8aeb-a7c137fcb9bb" id="25" name="Number3">
                <a:extLst>
                  <a:ext uri="{FF2B5EF4-FFF2-40B4-BE49-F238E27FC236}">
                    <a16:creationId id="{B891B657-3289-6872-563C-4A0373E7D1F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1" y="3866456"/>
                <a:ext cx="419982" cy="418948"/>
              </a:xfrm>
              <a:prstGeom prst="roundRect">
                <a:avLst/>
              </a:prstGeom>
              <a:solidFill>
                <a:schemeClr val="accent3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36c0fc3f-0e5f-4caf-8e3b-b5586f7ca42c" id="91" name="组合 90">
              <a:extLst>
                <a:ext uri="{FF2B5EF4-FFF2-40B4-BE49-F238E27FC236}">
                  <a16:creationId id="{D18DEF95-1E47-2324-5452-41C3F1962280}"/>
                </a:ext>
              </a:extLst>
            </p:cNvPr>
            <p:cNvGrpSpPr/>
            <p:nvPr/>
          </p:nvGrpSpPr>
          <p:grpSpPr>
            <a:xfrm>
              <a:off x="671683" y="5086302"/>
              <a:ext cx="3253271" cy="1279172"/>
              <a:chOff x="671683" y="5157354"/>
              <a:chExt cx="3253271" cy="1279172"/>
            </a:xfrm>
          </p:grpSpPr>
          <p:sp>
            <p:nvSpPr>
              <p:cNvPr descr="eb33b27a-f540-4513-a2a5-8ccd847f4fb8" id="53" name="Text4">
                <a:extLst>
                  <a:ext uri="{FF2B5EF4-FFF2-40B4-BE49-F238E27FC236}">
                    <a16:creationId id="{28D77488-6CA5-35FF-D4CA-16BF52336D0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71683" y="5659612"/>
                <a:ext cx="3241989" cy="776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通过Vue Router实现页面跳转与路由守卫功能。</a:t>
                </a:r>
              </a:p>
            </p:txBody>
          </p:sp>
          <p:sp>
            <p:nvSpPr>
              <p:cNvPr descr="65cf6b3b-f8de-4f75-a071-84159a14fc12" id="54" name="Bullet4">
                <a:extLst>
                  <a:ext uri="{FF2B5EF4-FFF2-40B4-BE49-F238E27FC236}">
                    <a16:creationId id="{760FCEDC-6261-9AA9-F67D-AC48E75BE2A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091665" y="5157354"/>
                <a:ext cx="2833289" cy="474488"/>
              </a:xfrm>
              <a:prstGeom prst="roundRect">
                <a:avLst/>
              </a:prstGeom>
              <a:solidFill>
                <a:schemeClr val="tx1">
                  <a:alpha val="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路由</a:t>
                </a:r>
              </a:p>
            </p:txBody>
          </p:sp>
          <p:sp>
            <p:nvSpPr>
              <p:cNvPr descr="6312c250-0acd-4c97-949b-11305f9d0c5a" id="52" name="Number4">
                <a:extLst>
                  <a:ext uri="{FF2B5EF4-FFF2-40B4-BE49-F238E27FC236}">
                    <a16:creationId id="{DED2AC82-D68D-FC44-27CD-CE49BF3E8CC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71683" y="5185124"/>
                <a:ext cx="419982" cy="418948"/>
              </a:xfrm>
              <a:prstGeom prst="roundRect">
                <a:avLst/>
              </a:prstGeom>
              <a:solidFill>
                <a:schemeClr val="accent4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581585cb-f977-4de5-9216-22ea31c59e58" id="92" name="组合 91">
              <a:extLst>
                <a:ext uri="{FF2B5EF4-FFF2-40B4-BE49-F238E27FC236}">
                  <a16:creationId id="{CFE37921-46F6-F2FB-9EBA-0C97CCD3C941}"/>
                </a:ext>
              </a:extLst>
            </p:cNvPr>
            <p:cNvGrpSpPr/>
            <p:nvPr/>
          </p:nvGrpSpPr>
          <p:grpSpPr>
            <a:xfrm>
              <a:off x="8265628" y="1563928"/>
              <a:ext cx="3253271" cy="1279172"/>
              <a:chOff x="8265628" y="1634980"/>
              <a:chExt cx="3253271" cy="1279172"/>
            </a:xfrm>
          </p:grpSpPr>
          <p:sp>
            <p:nvSpPr>
              <p:cNvPr descr="a28ccedf-a0d7-4734-a340-0a8212e00dae" id="62" name="Text5">
                <a:extLst>
                  <a:ext uri="{FF2B5EF4-FFF2-40B4-BE49-F238E27FC236}">
                    <a16:creationId id="{0132C83A-6503-C14A-360E-913224CEB6D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265628" y="2137238"/>
                <a:ext cx="3241989" cy="776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利用Pinia进行状态管理，轻量直观，适配MVP场景。</a:t>
                </a:r>
              </a:p>
            </p:txBody>
          </p:sp>
          <p:sp>
            <p:nvSpPr>
              <p:cNvPr descr="61780be9-e681-450c-b45e-2db396703525" id="65" name="Bullet5">
                <a:extLst>
                  <a:ext uri="{FF2B5EF4-FFF2-40B4-BE49-F238E27FC236}">
                    <a16:creationId id="{0F7AC7BA-6823-1A2D-E80D-9732448611C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685610" y="1634980"/>
                <a:ext cx="2833289" cy="474488"/>
              </a:xfrm>
              <a:prstGeom prst="roundRect">
                <a:avLst/>
              </a:prstGeom>
              <a:solidFill>
                <a:schemeClr val="tx1">
                  <a:alpha val="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状态管理</a:t>
                </a:r>
              </a:p>
            </p:txBody>
          </p:sp>
          <p:sp>
            <p:nvSpPr>
              <p:cNvPr descr="97cf2e18-0ca8-477b-a41f-7812c0fc6423" id="61" name="Number5">
                <a:extLst>
                  <a:ext uri="{FF2B5EF4-FFF2-40B4-BE49-F238E27FC236}">
                    <a16:creationId id="{D7EF3AEA-22AE-C3A7-C222-54D4FC2A01F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265628" y="1662750"/>
                <a:ext cx="419982" cy="418948"/>
              </a:xfrm>
              <a:prstGeom prst="roundRect">
                <a:avLst/>
              </a:prstGeom>
              <a:solidFill>
                <a:schemeClr val="accent5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</p:grpSp>
        <p:grpSp>
          <p:nvGrpSpPr>
            <p:cNvPr descr="124a2947-14a6-42a7-aa04-e4baf1d29a6f" id="93" name="组合 92">
              <a:extLst>
                <a:ext uri="{FF2B5EF4-FFF2-40B4-BE49-F238E27FC236}">
                  <a16:creationId id="{9823BC15-2BCB-E0DE-9205-DA7B7DD5804B}"/>
                </a:ext>
              </a:extLst>
            </p:cNvPr>
            <p:cNvGrpSpPr/>
            <p:nvPr/>
          </p:nvGrpSpPr>
          <p:grpSpPr>
            <a:xfrm>
              <a:off x="8265628" y="3108302"/>
              <a:ext cx="3253271" cy="1279172"/>
              <a:chOff x="8265628" y="3179354"/>
              <a:chExt cx="3253271" cy="1279172"/>
            </a:xfrm>
          </p:grpSpPr>
          <p:sp>
            <p:nvSpPr>
              <p:cNvPr descr="9d4ddd6f-618a-4fe0-9c1c-7e58ed79fbdf" id="71" name="Text6">
                <a:extLst>
                  <a:ext uri="{FF2B5EF4-FFF2-40B4-BE49-F238E27FC236}">
                    <a16:creationId id="{7766F327-14C0-32ED-D86B-9B250176F82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265628" y="3681612"/>
                <a:ext cx="3241989" cy="776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使用Axios处理前后端数据交互，保证数据传输稳定。</a:t>
                </a:r>
              </a:p>
            </p:txBody>
          </p:sp>
          <p:sp>
            <p:nvSpPr>
              <p:cNvPr descr="123ae3f3-691e-4988-ad68-ebbb87c9d485" id="72" name="Bullet6">
                <a:extLst>
                  <a:ext uri="{FF2B5EF4-FFF2-40B4-BE49-F238E27FC236}">
                    <a16:creationId id="{10E7D48F-7E86-DEE1-05C3-380C8D9D001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685610" y="3179354"/>
                <a:ext cx="2833289" cy="474488"/>
              </a:xfrm>
              <a:prstGeom prst="roundRect">
                <a:avLst/>
              </a:prstGeom>
              <a:solidFill>
                <a:schemeClr val="tx1">
                  <a:alpha val="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HTTP客户端</a:t>
                </a:r>
              </a:p>
            </p:txBody>
          </p:sp>
          <p:sp>
            <p:nvSpPr>
              <p:cNvPr descr="373ee137-293e-40b6-bfaf-8911c592c0ab" id="70" name="Number6">
                <a:extLst>
                  <a:ext uri="{FF2B5EF4-FFF2-40B4-BE49-F238E27FC236}">
                    <a16:creationId id="{A19AFB2D-7471-423E-E6BB-FE1C55CDD0F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265628" y="3207124"/>
                <a:ext cx="419982" cy="418948"/>
              </a:xfrm>
              <a:prstGeom prst="roundRect">
                <a:avLst/>
              </a:prstGeom>
              <a:solidFill>
                <a:schemeClr val="accent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6</a:t>
                </a:r>
              </a:p>
            </p:txBody>
          </p:sp>
        </p:grpSp>
        <p:grpSp>
          <p:nvGrpSpPr>
            <p:cNvPr descr="b75362d8-f8ea-4d04-bce1-a464b0ee636e" id="94" name="组合 93">
              <a:extLst>
                <a:ext uri="{FF2B5EF4-FFF2-40B4-BE49-F238E27FC236}">
                  <a16:creationId id="{F931BCEC-093C-286B-C1C7-8879EF992CBD}"/>
                </a:ext>
              </a:extLst>
            </p:cNvPr>
            <p:cNvGrpSpPr/>
            <p:nvPr/>
          </p:nvGrpSpPr>
          <p:grpSpPr>
            <a:xfrm>
              <a:off x="8265628" y="4652675"/>
              <a:ext cx="3253271" cy="1279172"/>
              <a:chOff x="8265628" y="4723727"/>
              <a:chExt cx="3253271" cy="1279172"/>
            </a:xfrm>
          </p:grpSpPr>
          <p:sp>
            <p:nvSpPr>
              <p:cNvPr descr="9a2485f5-3bff-4ce8-9da5-9679c37b6f3e" id="78" name="Text7">
                <a:extLst>
                  <a:ext uri="{FF2B5EF4-FFF2-40B4-BE49-F238E27FC236}">
                    <a16:creationId id="{E273266D-8750-9A95-F3D1-E3D6D843D94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265628" y="5225985"/>
                <a:ext cx="3241989" cy="776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依赖ics.js生成日历导出文件（.ics）。</a:t>
                </a:r>
              </a:p>
            </p:txBody>
          </p:sp>
          <p:sp>
            <p:nvSpPr>
              <p:cNvPr descr="994a0cb1-d236-4923-8945-ba5e85a91e3d" id="79" name="Bullet7">
                <a:extLst>
                  <a:ext uri="{FF2B5EF4-FFF2-40B4-BE49-F238E27FC236}">
                    <a16:creationId id="{1A0D707E-3F81-CB6C-D786-9EBECF584B5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685610" y="4723727"/>
                <a:ext cx="2833289" cy="474488"/>
              </a:xfrm>
              <a:prstGeom prst="roundRect">
                <a:avLst/>
              </a:prstGeom>
              <a:solidFill>
                <a:schemeClr val="tx1">
                  <a:alpha val="5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square">
                <a:no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其他依赖</a:t>
                </a:r>
              </a:p>
            </p:txBody>
          </p:sp>
          <p:sp>
            <p:nvSpPr>
              <p:cNvPr descr="86f5b325-6726-459f-8dfa-8b700ffad86e" id="77" name="Number7">
                <a:extLst>
                  <a:ext uri="{FF2B5EF4-FFF2-40B4-BE49-F238E27FC236}">
                    <a16:creationId id="{83965502-A570-E978-0B42-B3391BA1E3E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265628" y="4751497"/>
                <a:ext cx="419982" cy="418948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>
                <a:norm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7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前端技术选型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ff9c506-8735-444f-b8b6-cc5923de973b" id="4" name="720d478c-9421-4f0f-9cb9-00c560b38fe9.source.6.zh-Hans.pptx">
            <a:extLst>
              <a:ext uri="{FF2B5EF4-FFF2-40B4-BE49-F238E27FC236}">
                <a16:creationId id="{26C56D97-A1B5-0163-6B25-335DDBE74B59}"/>
              </a:ext>
            </a:extLst>
          </p:cNvPr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descr="90d85913-638e-48f7-be58-628399e2dc7c" id="49" name="Title">
              <a:extLst>
                <a:ext uri="{FF2B5EF4-FFF2-40B4-BE49-F238E27FC236}">
                  <a16:creationId id="{74CF0AA9-17D5-9843-DD7C-35B042475F47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介绍后端相关技术</a:t>
              </a:r>
            </a:p>
          </p:txBody>
        </p:sp>
        <p:grpSp>
          <p:nvGrpSpPr>
            <p:cNvPr descr="9804aca5-ad72-49e7-9d7f-f498d910c79c" id="12" name="组合 11">
              <a:extLst>
                <a:ext uri="{FF2B5EF4-FFF2-40B4-BE49-F238E27FC236}">
                  <a16:creationId id="{FBA01600-F2F8-BF45-E671-940C546B74DE}"/>
                </a:ext>
              </a:extLst>
            </p:cNvPr>
            <p:cNvGrpSpPr/>
            <p:nvPr/>
          </p:nvGrpSpPr>
          <p:grpSpPr>
            <a:xfrm>
              <a:off x="660400" y="1715073"/>
              <a:ext cx="5381905" cy="1444384"/>
              <a:chOff x="1143981" y="1715073"/>
              <a:chExt cx="5381905" cy="1444384"/>
            </a:xfrm>
          </p:grpSpPr>
          <p:grpSp>
            <p:nvGrpSpPr>
              <p:cNvPr descr="377d7f94-8444-492a-98f6-af564d221a9f" id="10" name="组合 9">
                <a:extLst>
                  <a:ext uri="{FF2B5EF4-FFF2-40B4-BE49-F238E27FC236}">
                    <a16:creationId id="{E3CB3D06-8A6D-755E-61C1-E20E6EF7613B}"/>
                  </a:ext>
                </a:extLst>
              </p:cNvPr>
              <p:cNvGrpSpPr/>
              <p:nvPr/>
            </p:nvGrpSpPr>
            <p:grpSpPr>
              <a:xfrm>
                <a:off x="1362926" y="1715073"/>
                <a:ext cx="5162960" cy="1444384"/>
                <a:chOff x="660399" y="1715073"/>
                <a:chExt cx="5162960" cy="1444384"/>
              </a:xfrm>
            </p:grpSpPr>
            <p:sp>
              <p:nvSpPr>
                <p:cNvPr descr="6260714a-a6da-421a-9d56-20bc00525f4c" id="7" name="ComponentBackground1">
                  <a:extLst>
                    <a:ext uri="{FF2B5EF4-FFF2-40B4-BE49-F238E27FC236}">
                      <a16:creationId id="{7ED23DBF-5E19-6865-1C6F-FF1356FA296F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3"/>
                  <a:ext cx="5162960" cy="1444384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4fb23c67-65a6-4790-98dd-51e10dabb56a" id="8" name="Text1">
                  <a:extLst>
                    <a:ext uri="{FF2B5EF4-FFF2-40B4-BE49-F238E27FC236}">
                      <a16:creationId id="{8E7D7787-A060-358D-CE7D-85AAA1387F7A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9567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采用Express.js，轻量灵活，生态成熟，适合搭建后端服务。</a:t>
                  </a:r>
                </a:p>
              </p:txBody>
            </p:sp>
            <p:sp>
              <p:nvSpPr>
                <p:cNvPr descr="25beae7c-4af5-45a5-afb4-1d7cf9dcfe7c" id="9" name="Bullet1">
                  <a:extLst>
                    <a:ext uri="{FF2B5EF4-FFF2-40B4-BE49-F238E27FC236}">
                      <a16:creationId id="{E949B987-BE56-628B-85C5-190AFE4B4B1C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框架</a:t>
                  </a:r>
                </a:p>
              </p:txBody>
            </p:sp>
          </p:grpSp>
          <p:sp>
            <p:nvSpPr>
              <p:cNvPr descr="512c6d97-279d-4538-b04d-aaa631f2181d" id="11" name="Number1">
                <a:extLst>
                  <a:ext uri="{FF2B5EF4-FFF2-40B4-BE49-F238E27FC236}">
                    <a16:creationId id="{483311CD-82BE-832B-0AF0-698CEC73E0B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6fbd55bb-8449-4117-b944-e6f537d6061f" id="13" name="组合 12">
              <a:extLst>
                <a:ext uri="{FF2B5EF4-FFF2-40B4-BE49-F238E27FC236}">
                  <a16:creationId id="{8029E22D-D5A7-F44F-C45A-D5160EE6295C}"/>
                </a:ext>
              </a:extLst>
            </p:cNvPr>
            <p:cNvGrpSpPr/>
            <p:nvPr/>
          </p:nvGrpSpPr>
          <p:grpSpPr>
            <a:xfrm>
              <a:off x="660400" y="3202395"/>
              <a:ext cx="5381905" cy="1444384"/>
              <a:chOff x="1143981" y="1715073"/>
              <a:chExt cx="5381905" cy="1444384"/>
            </a:xfrm>
          </p:grpSpPr>
          <p:grpSp>
            <p:nvGrpSpPr>
              <p:cNvPr descr="f7edfdbd-ee7d-479e-bd27-60913af9f8e2" id="14" name="组合 13">
                <a:extLst>
                  <a:ext uri="{FF2B5EF4-FFF2-40B4-BE49-F238E27FC236}">
                    <a16:creationId id="{B07C38F3-C6B3-7D84-DC19-482263AD2DE7}"/>
                  </a:ext>
                </a:extLst>
              </p:cNvPr>
              <p:cNvGrpSpPr/>
              <p:nvPr/>
            </p:nvGrpSpPr>
            <p:grpSpPr>
              <a:xfrm>
                <a:off x="1362926" y="1715073"/>
                <a:ext cx="5162960" cy="1444384"/>
                <a:chOff x="660399" y="1715073"/>
                <a:chExt cx="5162960" cy="1444384"/>
              </a:xfrm>
            </p:grpSpPr>
            <p:sp>
              <p:nvSpPr>
                <p:cNvPr descr="b9431f2d-7217-4e9e-800e-e271609ea00c" id="16" name="ComponentBackground2">
                  <a:extLst>
                    <a:ext uri="{FF2B5EF4-FFF2-40B4-BE49-F238E27FC236}">
                      <a16:creationId id="{118E1144-BE65-78AC-BA2E-5A9C60F5FD7F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3"/>
                  <a:ext cx="5162960" cy="1444384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9b612c4d-83a6-4e71-bfc3-1dc786469269" id="17" name="Text2">
                  <a:extLst>
                    <a:ext uri="{FF2B5EF4-FFF2-40B4-BE49-F238E27FC236}">
                      <a16:creationId id="{00C19382-9E98-DEED-F42C-D26891460AA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9567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使用JWT + bcrypt实现用户登录校验与密码加密，保障安全性。</a:t>
                  </a:r>
                </a:p>
              </p:txBody>
            </p:sp>
            <p:sp>
              <p:nvSpPr>
                <p:cNvPr descr="c6acc2af-7d73-4066-9870-8dcbcadb12a2" id="18" name="Bullet2">
                  <a:extLst>
                    <a:ext uri="{FF2B5EF4-FFF2-40B4-BE49-F238E27FC236}">
                      <a16:creationId id="{646C3179-83ED-B826-FBD9-D84803879EDB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身份认证</a:t>
                  </a:r>
                </a:p>
              </p:txBody>
            </p:sp>
          </p:grpSp>
          <p:sp>
            <p:nvSpPr>
              <p:cNvPr descr="0ac5cec6-56ef-41e7-981b-03f259cd0d9d" id="15" name="Number2">
                <a:extLst>
                  <a:ext uri="{FF2B5EF4-FFF2-40B4-BE49-F238E27FC236}">
                    <a16:creationId id="{7F92CD61-4380-B003-59CD-8666ADD1703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7d4da672-5caa-4931-985e-6ecdc9fba6f0" id="19" name="组合 18">
              <a:extLst>
                <a:ext uri="{FF2B5EF4-FFF2-40B4-BE49-F238E27FC236}">
                  <a16:creationId id="{45E164F8-6D32-1EB8-2424-311509989568}"/>
                </a:ext>
              </a:extLst>
            </p:cNvPr>
            <p:cNvGrpSpPr/>
            <p:nvPr/>
          </p:nvGrpSpPr>
          <p:grpSpPr>
            <a:xfrm>
              <a:off x="660400" y="4689716"/>
              <a:ext cx="5381905" cy="1444384"/>
              <a:chOff x="1143981" y="1715073"/>
              <a:chExt cx="5381905" cy="1444384"/>
            </a:xfrm>
          </p:grpSpPr>
          <p:grpSp>
            <p:nvGrpSpPr>
              <p:cNvPr descr="235f125a-c43f-43c6-aac8-be02fa9a5045" id="20" name="组合 19">
                <a:extLst>
                  <a:ext uri="{FF2B5EF4-FFF2-40B4-BE49-F238E27FC236}">
                    <a16:creationId id="{F52C3FF9-0476-83E5-0D40-3394D671820E}"/>
                  </a:ext>
                </a:extLst>
              </p:cNvPr>
              <p:cNvGrpSpPr/>
              <p:nvPr/>
            </p:nvGrpSpPr>
            <p:grpSpPr>
              <a:xfrm>
                <a:off x="1362926" y="1715073"/>
                <a:ext cx="5162960" cy="1444384"/>
                <a:chOff x="660399" y="1715073"/>
                <a:chExt cx="5162960" cy="1444384"/>
              </a:xfrm>
            </p:grpSpPr>
            <p:sp>
              <p:nvSpPr>
                <p:cNvPr descr="ee20ea3b-8580-42e1-9e1f-f9c5b54c1012" id="22" name="ComponentBackground3">
                  <a:extLst>
                    <a:ext uri="{FF2B5EF4-FFF2-40B4-BE49-F238E27FC236}">
                      <a16:creationId id="{E6BCD93D-9382-DDD7-7AE4-E2733FDFFB20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3"/>
                  <a:ext cx="5162960" cy="1444384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80e0e5c4-6363-41fe-a970-aa268c486f58" id="23" name="Text3">
                  <a:extLst>
                    <a:ext uri="{FF2B5EF4-FFF2-40B4-BE49-F238E27FC236}">
                      <a16:creationId id="{E6EE227B-DE9A-9E69-49FE-369A4F804845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9567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选用Prisma，类型安全，适配Supabase PostgreSQL。</a:t>
                  </a:r>
                </a:p>
              </p:txBody>
            </p:sp>
            <p:sp>
              <p:nvSpPr>
                <p:cNvPr descr="9d3aa653-cdc9-46fe-9f36-bd9f26cbc4d3" id="25" name="Bullet3">
                  <a:extLst>
                    <a:ext uri="{FF2B5EF4-FFF2-40B4-BE49-F238E27FC236}">
                      <a16:creationId id="{EB518612-F552-826D-8A02-4A0D6D6B4CD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数据库 ORM</a:t>
                  </a:r>
                </a:p>
              </p:txBody>
            </p:sp>
          </p:grpSp>
          <p:sp>
            <p:nvSpPr>
              <p:cNvPr descr="c6e05e77-2790-45aa-9fef-c03afb07829c" id="21" name="Number3">
                <a:extLst>
                  <a:ext uri="{FF2B5EF4-FFF2-40B4-BE49-F238E27FC236}">
                    <a16:creationId id="{0CE11DB3-6B5B-E596-DA7B-3FFE553EDA0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4c566594-e0da-4039-b891-ca6610e18ed2" id="33" name="组合 32">
              <a:extLst>
                <a:ext uri="{FF2B5EF4-FFF2-40B4-BE49-F238E27FC236}">
                  <a16:creationId id="{F802B8EA-C106-305E-E4DE-E01AA6667FCB}"/>
                </a:ext>
              </a:extLst>
            </p:cNvPr>
            <p:cNvGrpSpPr/>
            <p:nvPr/>
          </p:nvGrpSpPr>
          <p:grpSpPr>
            <a:xfrm>
              <a:off x="6136995" y="1715073"/>
              <a:ext cx="5381905" cy="1444384"/>
              <a:chOff x="1143981" y="1715073"/>
              <a:chExt cx="5381905" cy="1444384"/>
            </a:xfrm>
          </p:grpSpPr>
          <p:grpSp>
            <p:nvGrpSpPr>
              <p:cNvPr descr="e0204bd7-de4e-4755-962c-1e9a287784c4" id="34" name="组合 33">
                <a:extLst>
                  <a:ext uri="{FF2B5EF4-FFF2-40B4-BE49-F238E27FC236}">
                    <a16:creationId id="{DE8AE8D5-06FC-E306-F1A7-A70B977ACE71}"/>
                  </a:ext>
                </a:extLst>
              </p:cNvPr>
              <p:cNvGrpSpPr/>
              <p:nvPr/>
            </p:nvGrpSpPr>
            <p:grpSpPr>
              <a:xfrm>
                <a:off x="1362926" y="1715073"/>
                <a:ext cx="5162960" cy="1444384"/>
                <a:chOff x="660399" y="1715073"/>
                <a:chExt cx="5162960" cy="1444384"/>
              </a:xfrm>
            </p:grpSpPr>
            <p:sp>
              <p:nvSpPr>
                <p:cNvPr descr="67b002c4-a32e-4844-80de-623e82db7215" id="36" name="ComponentBackground4">
                  <a:extLst>
                    <a:ext uri="{FF2B5EF4-FFF2-40B4-BE49-F238E27FC236}">
                      <a16:creationId id="{E9441277-CC1D-0624-169C-1C7D3AAF95AA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3"/>
                  <a:ext cx="5162960" cy="1444384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9e1d2a2c-7952-4ea7-a23f-fe8f871a02d5" id="37" name="Text4">
                  <a:extLst>
                    <a:ext uri="{FF2B5EF4-FFF2-40B4-BE49-F238E27FC236}">
                      <a16:creationId id="{DCD98BFA-25B7-DDBE-F4BA-0F5DA7B1ED8B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9567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通过multer + pdf - parse + mammoth处理文件上传与PDF/Word文本提取。</a:t>
                  </a:r>
                </a:p>
              </p:txBody>
            </p:sp>
            <p:sp>
              <p:nvSpPr>
                <p:cNvPr descr="3afd9552-e687-4eee-b56c-0cdfe9fe95d8" id="38" name="Bullet4">
                  <a:extLst>
                    <a:ext uri="{FF2B5EF4-FFF2-40B4-BE49-F238E27FC236}">
                      <a16:creationId id="{331D71D4-F6E0-3CDE-9275-19F99639A88F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文件处理</a:t>
                  </a:r>
                </a:p>
              </p:txBody>
            </p:sp>
          </p:grpSp>
          <p:sp>
            <p:nvSpPr>
              <p:cNvPr descr="1939950e-007d-471b-b96b-1dcbf15d77a6" id="35" name="Number4">
                <a:extLst>
                  <a:ext uri="{FF2B5EF4-FFF2-40B4-BE49-F238E27FC236}">
                    <a16:creationId id="{5DDE38E0-9F54-DD74-F28D-936E19D58BF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  <p:grpSp>
          <p:nvGrpSpPr>
            <p:cNvPr descr="fead9457-6cd6-4c4e-b53b-cd4300951a42" id="39" name="组合 38">
              <a:extLst>
                <a:ext uri="{FF2B5EF4-FFF2-40B4-BE49-F238E27FC236}">
                  <a16:creationId id="{DEAC94EC-22C4-BB17-6858-3B3FF89035C2}"/>
                </a:ext>
              </a:extLst>
            </p:cNvPr>
            <p:cNvGrpSpPr/>
            <p:nvPr/>
          </p:nvGrpSpPr>
          <p:grpSpPr>
            <a:xfrm>
              <a:off x="6136995" y="3202395"/>
              <a:ext cx="5381905" cy="1444384"/>
              <a:chOff x="1143981" y="1715073"/>
              <a:chExt cx="5381905" cy="1444384"/>
            </a:xfrm>
          </p:grpSpPr>
          <p:grpSp>
            <p:nvGrpSpPr>
              <p:cNvPr descr="e7583e84-40c5-4753-8086-3c9e10a1fec5" id="40" name="组合 39">
                <a:extLst>
                  <a:ext uri="{FF2B5EF4-FFF2-40B4-BE49-F238E27FC236}">
                    <a16:creationId id="{5C29D8EF-D0BD-298F-A0D2-E02F872645BA}"/>
                  </a:ext>
                </a:extLst>
              </p:cNvPr>
              <p:cNvGrpSpPr/>
              <p:nvPr/>
            </p:nvGrpSpPr>
            <p:grpSpPr>
              <a:xfrm>
                <a:off x="1362926" y="1715073"/>
                <a:ext cx="5162960" cy="1444384"/>
                <a:chOff x="660399" y="1715073"/>
                <a:chExt cx="5162960" cy="1444384"/>
              </a:xfrm>
            </p:grpSpPr>
            <p:sp>
              <p:nvSpPr>
                <p:cNvPr descr="513701bc-74ea-4a7f-bbec-f23e892deff9" id="42" name="ComponentBackground5">
                  <a:extLst>
                    <a:ext uri="{FF2B5EF4-FFF2-40B4-BE49-F238E27FC236}">
                      <a16:creationId id="{DC0D4A1A-E304-AD06-0DE8-A4C7A038B64A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3"/>
                  <a:ext cx="5162960" cy="1444384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c9c2636c-8619-4998-a683-b565340c879a" id="43" name="Text5">
                  <a:extLst>
                    <a:ext uri="{FF2B5EF4-FFF2-40B4-BE49-F238E27FC236}">
                      <a16:creationId id="{0D1DED2A-5E78-19C7-0C99-29376B78D9B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9567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集成OpenAI GPT - 4 API / Google Gemini API实现合同文本智能解析。</a:t>
                  </a:r>
                </a:p>
              </p:txBody>
            </p:sp>
            <p:sp>
              <p:nvSpPr>
                <p:cNvPr descr="5205c58d-352d-484a-b10a-9747191bb0d2" id="44" name="Bullet5">
                  <a:extLst>
                    <a:ext uri="{FF2B5EF4-FFF2-40B4-BE49-F238E27FC236}">
                      <a16:creationId id="{856EC34F-C5A3-52EE-FE45-693BEB9FE1D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latin typeface="Arial"/>
                    </a:rPr>
                    <a:t>AI集成</a:t>
                  </a:r>
                </a:p>
              </p:txBody>
            </p:sp>
          </p:grpSp>
          <p:sp>
            <p:nvSpPr>
              <p:cNvPr descr="48c36c82-2ac7-4630-aa89-a0287395f2cd" id="41" name="Number5">
                <a:extLst>
                  <a:ext uri="{FF2B5EF4-FFF2-40B4-BE49-F238E27FC236}">
                    <a16:creationId id="{EE003769-B65F-5F1E-9BDB-69827D5B717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</p:grpSp>
        <p:grpSp>
          <p:nvGrpSpPr>
            <p:cNvPr descr="a0b3ef5f-662a-4fb2-b3b0-90742637d2e6" id="45" name="组合 44">
              <a:extLst>
                <a:ext uri="{FF2B5EF4-FFF2-40B4-BE49-F238E27FC236}">
                  <a16:creationId id="{E4A7E500-F764-B2E5-E533-BA4810504B8A}"/>
                </a:ext>
              </a:extLst>
            </p:cNvPr>
            <p:cNvGrpSpPr/>
            <p:nvPr/>
          </p:nvGrpSpPr>
          <p:grpSpPr>
            <a:xfrm>
              <a:off x="6136995" y="4689716"/>
              <a:ext cx="5381905" cy="1444384"/>
              <a:chOff x="1143981" y="1715073"/>
              <a:chExt cx="5381905" cy="1444384"/>
            </a:xfrm>
          </p:grpSpPr>
          <p:grpSp>
            <p:nvGrpSpPr>
              <p:cNvPr descr="018736a7-bf29-4ae6-9ae2-52b404220a8c" id="46" name="组合 45">
                <a:extLst>
                  <a:ext uri="{FF2B5EF4-FFF2-40B4-BE49-F238E27FC236}">
                    <a16:creationId id="{AA8CE446-79AE-C8D1-5B49-4B63757BE79A}"/>
                  </a:ext>
                </a:extLst>
              </p:cNvPr>
              <p:cNvGrpSpPr/>
              <p:nvPr/>
            </p:nvGrpSpPr>
            <p:grpSpPr>
              <a:xfrm>
                <a:off x="1362926" y="1715073"/>
                <a:ext cx="5162960" cy="1444384"/>
                <a:chOff x="660399" y="1715073"/>
                <a:chExt cx="5162960" cy="1444384"/>
              </a:xfrm>
            </p:grpSpPr>
            <p:sp>
              <p:nvSpPr>
                <p:cNvPr descr="24385bc9-4081-4370-af05-397b029c89cb" id="48" name="ComponentBackground6">
                  <a:extLst>
                    <a:ext uri="{FF2B5EF4-FFF2-40B4-BE49-F238E27FC236}">
                      <a16:creationId id="{CB23E6D6-6D1B-CB56-A0F8-B9D8F15F79BF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3"/>
                  <a:ext cx="5162960" cy="1444384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c0905160-853f-442c-a0fa-93256ff78a0d" id="50" name="Text6">
                  <a:extLst>
                    <a:ext uri="{FF2B5EF4-FFF2-40B4-BE49-F238E27FC236}">
                      <a16:creationId id="{E4F81C69-18DE-AE19-043F-8094C2F1BD25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9567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选择Railway/Render进行后端服务部署。</a:t>
                  </a:r>
                </a:p>
              </p:txBody>
            </p:sp>
            <p:sp>
              <p:nvSpPr>
                <p:cNvPr descr="c6eff2da-459b-4411-ad5e-686f1f754260" id="51" name="Bullet6">
                  <a:extLst>
                    <a:ext uri="{FF2B5EF4-FFF2-40B4-BE49-F238E27FC236}">
                      <a16:creationId id="{E910189A-29A3-4CD0-5617-DD60AB5C587A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部署平台</a:t>
                  </a:r>
                </a:p>
              </p:txBody>
            </p:sp>
          </p:grpSp>
          <p:sp>
            <p:nvSpPr>
              <p:cNvPr descr="9ae2c112-00ad-4beb-8de7-4959c93c3804" id="47" name="Number6">
                <a:extLst>
                  <a:ext uri="{FF2B5EF4-FFF2-40B4-BE49-F238E27FC236}">
                    <a16:creationId id="{A4387EC7-CDD7-19C0-FBF1-EF46A9BBD72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6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后端技术选型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96ec059-1501-40f5-9a11-2d9a7a3dbd04" id="59" name="90043734-3300-4d8c-bd26-74728c5e3243.source.2.zh-Hans.pptx">
            <a:extLst>
              <a:ext uri="{FF2B5EF4-FFF2-40B4-BE49-F238E27FC236}">
                <a16:creationId id="{4FB2C008-BC99-3569-4C86-D1267908FCF1}"/>
              </a:ext>
            </a:extLst>
          </p:cNvPr>
          <p:cNvGrpSpPr/>
          <p:nvPr/>
        </p:nvGrpSpPr>
        <p:grpSpPr>
          <a:xfrm>
            <a:off x="0" y="1130301"/>
            <a:ext cx="12192000" cy="5727699"/>
            <a:chOff x="0" y="1130301"/>
            <a:chExt cx="12192000" cy="5727699"/>
          </a:xfrm>
        </p:grpSpPr>
        <p:sp>
          <p:nvSpPr>
            <p:cNvPr descr="5fb4cebc-774f-4cba-8450-222b2ee3df53" id="28" name="Title">
              <a:extLst>
                <a:ext uri="{FF2B5EF4-FFF2-40B4-BE49-F238E27FC236}">
                  <a16:creationId id="{C375C570-1F33-998F-EA22-DF79BD510F76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0" y="1130301"/>
              <a:ext cx="10858500" cy="582519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说明数据库及存储相关技术</a:t>
              </a:r>
            </a:p>
          </p:txBody>
        </p:sp>
        <p:sp>
          <p:nvSpPr>
            <p:cNvPr descr="6ad1462d-c53f-4898-a37c-3a224744f7e9" id="29" name="PictureMisc1">
              <a:extLst>
                <a:ext uri="{FF2B5EF4-FFF2-40B4-BE49-F238E27FC236}">
                  <a16:creationId id="{3429C0F1-DADD-4700-C6E9-D6961B099B4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0" y="4635351"/>
              <a:ext cx="12192000" cy="2222649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130277" l="0" r="0" t="-20855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grpSp>
          <p:nvGrpSpPr>
            <p:cNvPr descr="bf1a2599-e9ae-4b23-aad4-bcb0bc8094b4" id="57" name="组合 56">
              <a:extLst>
                <a:ext uri="{FF2B5EF4-FFF2-40B4-BE49-F238E27FC236}">
                  <a16:creationId id="{7C7203CA-0700-8957-7B83-1EDFDBBFB31C}"/>
                </a:ext>
              </a:extLst>
            </p:cNvPr>
            <p:cNvGrpSpPr/>
            <p:nvPr/>
          </p:nvGrpSpPr>
          <p:grpSpPr>
            <a:xfrm>
              <a:off x="660400" y="1783234"/>
              <a:ext cx="5334000" cy="4350867"/>
              <a:chOff x="660400" y="1783234"/>
              <a:chExt cx="5334000" cy="4350867"/>
            </a:xfrm>
          </p:grpSpPr>
          <p:sp>
            <p:nvSpPr>
              <p:cNvPr descr="92cc6a44-bdb2-4bca-a169-86bb587c74a8" id="30" name="ComponentBackground1">
                <a:extLst>
                  <a:ext uri="{FF2B5EF4-FFF2-40B4-BE49-F238E27FC236}">
                    <a16:creationId id="{6EA1B743-3954-4732-4A29-F8D9C47119A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1783234"/>
                <a:ext cx="5334000" cy="4350867"/>
              </a:xfrm>
              <a:prstGeom prst="roundRect">
                <a:avLst>
                  <a:gd fmla="val 358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e0921d80-8403-46d1-ac88-ec0873b50b33" id="31" name="Bullet1">
                <a:extLst>
                  <a:ext uri="{FF2B5EF4-FFF2-40B4-BE49-F238E27FC236}">
                    <a16:creationId id="{81BB2D4E-2EA5-457A-AECC-737B0FFA2B3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004888" y="1841863"/>
                <a:ext cx="4953000" cy="6307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数据库</a:t>
                </a:r>
              </a:p>
            </p:txBody>
          </p:sp>
          <p:sp>
            <p:nvSpPr>
              <p:cNvPr descr="99d205bc-57dd-4301-96ac-5e1bb7450403" id="32" name="Text1">
                <a:extLst>
                  <a:ext uri="{FF2B5EF4-FFF2-40B4-BE49-F238E27FC236}">
                    <a16:creationId id="{2BF13D90-ED27-3D26-53E6-9F55C0911CC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004888" y="2472569"/>
                <a:ext cx="4953000" cy="35595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使用Supabase PostgreSQL，提供云端数据库服务与管理后台。</a:t>
                </a:r>
              </a:p>
            </p:txBody>
          </p:sp>
          <p:sp>
            <p:nvSpPr>
              <p:cNvPr descr="9f7603c7-7894-4097-b682-343f0452191e" id="33" name="Number1">
                <a:extLst>
                  <a:ext uri="{FF2B5EF4-FFF2-40B4-BE49-F238E27FC236}">
                    <a16:creationId id="{8E2504B7-AAD2-D25B-3672-9631FFBE96F5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02178" y="1841863"/>
                <a:ext cx="302710" cy="630708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162FEA"/>
                    </a:solidFill>
                    <a:latin typeface="Arial"/>
                  </a:rPr>
                  <a:t>1.</a:t>
                </a:r>
              </a:p>
            </p:txBody>
          </p:sp>
        </p:grpSp>
        <p:grpSp>
          <p:nvGrpSpPr>
            <p:cNvPr descr="9303bbdf-d748-4906-be83-0e2ba26eedc1" id="58" name="组合 57">
              <a:extLst>
                <a:ext uri="{FF2B5EF4-FFF2-40B4-BE49-F238E27FC236}">
                  <a16:creationId id="{C0F79A1F-0A0A-A1C5-E91C-9C8449B55FCA}"/>
                </a:ext>
              </a:extLst>
            </p:cNvPr>
            <p:cNvGrpSpPr/>
            <p:nvPr/>
          </p:nvGrpSpPr>
          <p:grpSpPr>
            <a:xfrm>
              <a:off x="6184900" y="1783234"/>
              <a:ext cx="5334000" cy="4350867"/>
              <a:chOff x="6184900" y="1783234"/>
              <a:chExt cx="5334000" cy="4350867"/>
            </a:xfrm>
          </p:grpSpPr>
          <p:sp>
            <p:nvSpPr>
              <p:cNvPr descr="47deee73-6e56-403c-a388-61e3be2c52d0" id="47" name="ComponentBackground2">
                <a:extLst>
                  <a:ext uri="{FF2B5EF4-FFF2-40B4-BE49-F238E27FC236}">
                    <a16:creationId id="{64576BB8-3569-E1F2-71B6-8EE25EAD269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184900" y="1783234"/>
                <a:ext cx="5334000" cy="4350867"/>
              </a:xfrm>
              <a:prstGeom prst="roundRect">
                <a:avLst>
                  <a:gd fmla="val 3580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d547e4fa-e85a-47c3-ab93-0f38caa61183" id="48" name="Bullet2">
                <a:extLst>
                  <a:ext uri="{FF2B5EF4-FFF2-40B4-BE49-F238E27FC236}">
                    <a16:creationId id="{D3062B18-AE7A-4246-4A55-199483FC847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9388" y="1841863"/>
                <a:ext cx="4953000" cy="6307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存储方案</a:t>
                </a:r>
              </a:p>
            </p:txBody>
          </p:sp>
          <p:sp>
            <p:nvSpPr>
              <p:cNvPr descr="aedb279d-a396-4b03-a2f3-d39dd545498a" id="49" name="Text2">
                <a:extLst>
                  <a:ext uri="{FF2B5EF4-FFF2-40B4-BE49-F238E27FC236}">
                    <a16:creationId id="{85B705B2-CD46-7F66-947C-361B55CFCB4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9388" y="2472569"/>
                <a:ext cx="4953000" cy="35595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在MVP阶段，合同文件存储在后端服务器，记录路径。</a:t>
                </a:r>
              </a:p>
            </p:txBody>
          </p:sp>
          <p:sp>
            <p:nvSpPr>
              <p:cNvPr descr="dc1afc62-57e5-4251-bb62-a928a413798b" id="50" name="Number2">
                <a:extLst>
                  <a:ext uri="{FF2B5EF4-FFF2-40B4-BE49-F238E27FC236}">
                    <a16:creationId id="{63ECC1AA-1748-30B6-56DB-9691E72A9C1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226678" y="1841863"/>
                <a:ext cx="302710" cy="630708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162FEA"/>
                    </a:solidFill>
                    <a:latin typeface="Arial"/>
                  </a:rPr>
                  <a:t>2.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数据库与存储方案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fdd7422-6c2c-4f23-a26f-d8911de0d8e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400" u="none">
                <a:solidFill>
                  <a:srgbClr val="FFFFFF"/>
                </a:solidFill>
                <a:ea typeface="微软雅黑"/>
              </a:rPr>
              <a:t>数据库设计</a:t>
            </a:r>
          </a:p>
        </p:txBody>
      </p:sp>
      <p:sp>
        <p:nvSpPr>
          <p:cNvPr descr="816a5328-e055-4120-bb73-d90b57599e16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FFFFFF"/>
                </a:solidFill>
                <a:ea typeface="微软雅黑"/>
              </a:rPr>
              <a:t>介绍数据库表结构定义与数据关系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ca582bea-dc18-4fcb-912e-9184d47b6e66" id="4" name="300e0c0b-0462-4a6b-95cd-3a67c6baf2bd.source.3.zh-Hans.pptx">
            <a:extLst>
              <a:ext uri="{FF2B5EF4-FFF2-40B4-BE49-F238E27FC236}">
                <a16:creationId id="{5C6A90BD-227E-4782-D6D7-14E134CC07EC}"/>
              </a:ext>
            </a:extLst>
          </p:cNvPr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descr="d2bbc6b4-0bb3-4cfc-814d-9ec83df43ee2" id="2" name="Title">
              <a:extLst>
                <a:ext uri="{FF2B5EF4-FFF2-40B4-BE49-F238E27FC236}">
                  <a16:creationId id="{FB6A1455-81AA-2669-4B31-65524FA20933}"/>
                </a:ext>
              </a:extLst>
            </p:cNvPr>
            <p:cNvSpPr txBox="1"/>
            <p:nvPr/>
          </p:nvSpPr>
          <p:spPr>
            <a:xfrm flipH="false" flipV="false">
              <a:off x="660400" y="1130301"/>
              <a:ext cx="2573454" cy="2181612"/>
            </a:xfrm>
            <a:prstGeom prst="roundRect">
              <a:avLst>
                <a:gd fmla="val 6882" name="adj"/>
              </a:avLst>
            </a:prstGeom>
            <a:solidFill>
              <a:schemeClr val="tx1">
                <a:alpha val="5000"/>
              </a:schemeClr>
            </a:solidFill>
          </p:spPr>
          <p:txBody>
            <a:bodyPr anchor="ctr" anchorCtr="false" bIns="46800" lIns="90000" rIns="90000" rtlCol="0" tIns="46800" wrap="square">
              <a:normAutofit/>
            </a:bodyPr>
            <a:lstStyle>
              <a:defPPr>
                <a:defRPr lang="zh-CN"/>
              </a:defPPr>
              <a:lvl1pPr>
                <a:defRPr b="1" sz="2400">
                  <a:cs typeface="+mn-ea"/>
                </a:defRPr>
              </a:lvl1pPr>
            </a:lstStyle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展示各表字段及约束</a:t>
              </a:r>
            </a:p>
          </p:txBody>
        </p:sp>
        <p:cxnSp>
          <p:nvCxnSpPr>
            <p:cNvPr descr="14887e58-bac8-4750-b87d-eab90be5cd62" id="7" name="直接连接符 6">
              <a:extLst>
                <a:ext uri="{FF2B5EF4-FFF2-40B4-BE49-F238E27FC236}">
                  <a16:creationId id="{6D016FBC-F3DE-998F-8037-2196814BE19A}"/>
                </a:ext>
              </a:extLst>
            </p:cNvPr>
            <p:cNvCxnSpPr>
              <a:cxnSpLocks/>
              <a:stCxn id="40" idx="4"/>
              <a:endCxn id="22" idx="0"/>
            </p:cNvCxnSpPr>
            <p:nvPr/>
          </p:nvCxnSpPr>
          <p:spPr>
            <a:xfrm flipH="false" flipV="false">
              <a:off x="3625852" y="1628097"/>
              <a:ext cx="0" cy="292370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56d1dfe6-2d4a-4a91-b4bc-fb3166f16c6d" id="3" name="组合 2">
              <a:extLst>
                <a:ext uri="{FF2B5EF4-FFF2-40B4-BE49-F238E27FC236}">
                  <a16:creationId id="{2BB20AA2-7B8A-45C6-5757-CF6ED73DE00F}"/>
                </a:ext>
              </a:extLst>
            </p:cNvPr>
            <p:cNvGrpSpPr/>
            <p:nvPr/>
          </p:nvGrpSpPr>
          <p:grpSpPr>
            <a:xfrm>
              <a:off x="3403298" y="1183481"/>
              <a:ext cx="8115602" cy="1582296"/>
              <a:chOff x="3403298" y="1183481"/>
              <a:chExt cx="8115602" cy="1582296"/>
            </a:xfrm>
          </p:grpSpPr>
          <p:sp>
            <p:nvSpPr>
              <p:cNvPr descr="b1239af4-a13f-44c3-98b5-e50e16eca86c" id="42" name="Text1">
                <a:extLst>
                  <a:ext uri="{FF2B5EF4-FFF2-40B4-BE49-F238E27FC236}">
                    <a16:creationId id="{07D60B01-C177-C522-B4A6-0F712FC1809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8" y="1628096"/>
                <a:ext cx="7628401" cy="1137681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包含id、email、password_hash字段，其中id为用户唯一标识，email需唯一且非空，password_hash非空。</a:t>
                </a:r>
              </a:p>
            </p:txBody>
          </p:sp>
          <p:sp>
            <p:nvSpPr>
              <p:cNvPr descr="e7ebf6f2-37b6-4a8b-bebb-46a2a6c9305e" id="43" name="Bullet1">
                <a:extLst>
                  <a:ext uri="{FF2B5EF4-FFF2-40B4-BE49-F238E27FC236}">
                    <a16:creationId id="{B61A51BB-B63C-EDF9-1694-EB5C36B81F1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9" y="1183481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users表</a:t>
                </a:r>
              </a:p>
            </p:txBody>
          </p:sp>
          <p:sp>
            <p:nvSpPr>
              <p:cNvPr descr="1fdd1c7c-3a56-4131-b9cd-f3378ac76a42" id="40" name="Number1">
                <a:extLst>
                  <a:ext uri="{FF2B5EF4-FFF2-40B4-BE49-F238E27FC236}">
                    <a16:creationId id="{C6383B5A-6773-94AB-2EDC-5BEF889B073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403298" y="1183481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4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d0851b89-f6f3-416a-9069-9ef4555c6757" id="11" name="组合 10">
              <a:extLst>
                <a:ext uri="{FF2B5EF4-FFF2-40B4-BE49-F238E27FC236}">
                  <a16:creationId id="{9DEEEA2E-0FE7-7E78-B350-01776B19F18D}"/>
                </a:ext>
              </a:extLst>
            </p:cNvPr>
            <p:cNvGrpSpPr/>
            <p:nvPr/>
          </p:nvGrpSpPr>
          <p:grpSpPr>
            <a:xfrm>
              <a:off x="3403298" y="2867642"/>
              <a:ext cx="8115602" cy="1582296"/>
              <a:chOff x="3403298" y="2454892"/>
              <a:chExt cx="8115602" cy="1582296"/>
            </a:xfrm>
          </p:grpSpPr>
          <p:sp>
            <p:nvSpPr>
              <p:cNvPr descr="17bb51ea-86f0-4a19-8af9-b59eefbb41f1" id="10" name="Text2">
                <a:extLst>
                  <a:ext uri="{FF2B5EF4-FFF2-40B4-BE49-F238E27FC236}">
                    <a16:creationId id="{960CFB30-E40D-C247-AA79-434E87FCFE3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8" y="2899507"/>
                <a:ext cx="7628401" cy="1137681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有id、user_id、file_name、file_url、uploaded_at、title字段。id是合同唯一标识，user_id关联所属用户且非空，file_name和file_url非空，uploaded_at默认当前时间，title默认等于file_name且支持编辑。</a:t>
                </a:r>
              </a:p>
            </p:txBody>
          </p:sp>
          <p:sp>
            <p:nvSpPr>
              <p:cNvPr descr="f5722ede-0157-4317-93db-1397926a3936" id="12" name="Bullet2">
                <a:extLst>
                  <a:ext uri="{FF2B5EF4-FFF2-40B4-BE49-F238E27FC236}">
                    <a16:creationId id="{4E02A754-3B33-4378-9BA8-1007B1727A5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9" y="2454892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contracts表</a:t>
                </a:r>
              </a:p>
            </p:txBody>
          </p:sp>
          <p:sp>
            <p:nvSpPr>
              <p:cNvPr descr="2bda06c6-1c52-4b3a-b9f2-c9f764ece651" id="6" name="Number2">
                <a:extLst>
                  <a:ext uri="{FF2B5EF4-FFF2-40B4-BE49-F238E27FC236}">
                    <a16:creationId id="{132F3B82-B460-5A31-47FA-B7B50FFC89A1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403298" y="2454892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4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6011ee3e-888e-46b8-9447-ef06dc10c8bd" id="13" name="组合 12">
              <a:extLst>
                <a:ext uri="{FF2B5EF4-FFF2-40B4-BE49-F238E27FC236}">
                  <a16:creationId id="{409A7A21-B6C4-067A-6D54-B754D691A572}"/>
                </a:ext>
              </a:extLst>
            </p:cNvPr>
            <p:cNvGrpSpPr/>
            <p:nvPr/>
          </p:nvGrpSpPr>
          <p:grpSpPr>
            <a:xfrm>
              <a:off x="3403298" y="4551804"/>
              <a:ext cx="8115602" cy="1582296"/>
              <a:chOff x="3403298" y="3726303"/>
              <a:chExt cx="8115602" cy="1582296"/>
            </a:xfrm>
          </p:grpSpPr>
          <p:sp>
            <p:nvSpPr>
              <p:cNvPr descr="e6359e6c-b062-4f56-bc5a-6157a42b03b2" id="24" name="Text3">
                <a:extLst>
                  <a:ext uri="{FF2B5EF4-FFF2-40B4-BE49-F238E27FC236}">
                    <a16:creationId id="{2E0AE698-B52C-2041-5467-86F227371E3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8" y="4170918"/>
                <a:ext cx="7628401" cy="1137681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lnSpc>
                    <a:spcPct val="150000"/>
                  </a:lnSpc>
                  <a:defRPr baseline="0" cap="none" i="0" kern="1200" kumimoji="0" normalizeH="0" spc="0" strike="noStrike" sz="1050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包含id、contract_id、key_terms、risk_points、key_dates、analyzed_at字段。id为分析结果唯一标识，contract_id关联所属合同且唯一非空，key_terms、risk_points、key_dates非空，analyzed_at默认当前时间。</a:t>
                </a:r>
              </a:p>
            </p:txBody>
          </p:sp>
          <p:sp>
            <p:nvSpPr>
              <p:cNvPr descr="7db39d2b-b656-43fb-b6af-c0596dca7ec6" id="25" name="Bullet3">
                <a:extLst>
                  <a:ext uri="{FF2B5EF4-FFF2-40B4-BE49-F238E27FC236}">
                    <a16:creationId id="{292E9BD9-DAFA-AE67-5066-C91FA7B8ABE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890499" y="3726303"/>
                <a:ext cx="7628401" cy="44461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b="1" baseline="0" cap="none" i="0" kern="1200" kumimoji="0" normalizeH="0" spc="0" strike="noStrike" sz="1400" u="none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contract_analyses表</a:t>
                </a:r>
              </a:p>
            </p:txBody>
          </p:sp>
          <p:sp>
            <p:nvSpPr>
              <p:cNvPr descr="0121bb36-b017-480d-ab30-f1b61221fba3" id="22" name="Number3">
                <a:extLst>
                  <a:ext uri="{FF2B5EF4-FFF2-40B4-BE49-F238E27FC236}">
                    <a16:creationId id="{77D6366D-9794-C513-D7CA-5E743D3E465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403298" y="3726303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4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表结构定义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1df638ff-4180-4e84-9653-7d0af8257372" id="45" name="98e93784-4100-42d0-86e5-09414daf8fa3.source.2.zh-Hans.pptx">
            <a:extLst>
              <a:ext uri="{FF2B5EF4-FFF2-40B4-BE49-F238E27FC236}">
                <a16:creationId id="{DC14391D-83C7-02FF-BDBE-45C2368BB625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descr="772da85c-13ca-45f4-a422-cff7ec80a229" id="21" name="直接连接符 20">
              <a:extLst>
                <a:ext uri="{FF2B5EF4-FFF2-40B4-BE49-F238E27FC236}">
                  <a16:creationId id="{7012F824-5EEA-C895-DCCD-A7B644D2B311}"/>
                </a:ext>
              </a:extLst>
            </p:cNvPr>
            <p:cNvCxnSpPr/>
            <p:nvPr/>
          </p:nvCxnSpPr>
          <p:spPr>
            <a:xfrm flipH="false" flipV="false">
              <a:off x="6089650" y="1130300"/>
              <a:ext cx="0" cy="5003800"/>
            </a:xfrm>
            <a:prstGeom prst="line">
              <a:avLst/>
            </a:prstGeom>
            <a:ln cap="rnd" w="6350">
              <a:solidFill>
                <a:schemeClr val="tx1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1e3a31b6-0a0d-42fe-8af3-9fa5be2b5dd6" id="30" name="组合 29">
              <a:extLst>
                <a:ext uri="{FF2B5EF4-FFF2-40B4-BE49-F238E27FC236}">
                  <a16:creationId id="{83F46C34-7EFF-000F-814C-0759FD1BA2CB}"/>
                </a:ext>
              </a:extLst>
            </p:cNvPr>
            <p:cNvGrpSpPr/>
            <p:nvPr/>
          </p:nvGrpSpPr>
          <p:grpSpPr>
            <a:xfrm>
              <a:off x="4902200" y="2419350"/>
              <a:ext cx="2374900" cy="2425700"/>
              <a:chOff x="4766310" y="1812201"/>
              <a:chExt cx="2646680" cy="3639999"/>
            </a:xfrm>
          </p:grpSpPr>
          <p:sp>
            <p:nvSpPr>
              <p:cNvPr descr="722527c4-a380-4b1c-89be-b4b90d638c47" id="28" name="矩形: 圆角 27">
                <a:extLst>
                  <a:ext uri="{FF2B5EF4-FFF2-40B4-BE49-F238E27FC236}">
                    <a16:creationId id="{1473B808-D799-E06B-C964-4767CBEF2CCC}"/>
                  </a:ext>
                </a:extLst>
              </p:cNvPr>
              <p:cNvSpPr/>
              <p:nvPr/>
            </p:nvSpPr>
            <p:spPr>
              <a:xfrm flipH="false" flipV="false">
                <a:off x="4766310" y="1812201"/>
                <a:ext cx="2646680" cy="3639999"/>
              </a:xfrm>
              <a:prstGeom prst="roundRect">
                <a:avLst>
                  <a:gd fmla="val 6734" name="adj"/>
                </a:avLst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8698f634-57a7-459d-bb26-34e764a1c745" id="29" name="Title">
                <a:extLst>
                  <a:ext uri="{FF2B5EF4-FFF2-40B4-BE49-F238E27FC236}">
                    <a16:creationId id="{ABB85086-2C93-7578-FC86-3BC9B9F99FCD}"/>
                  </a:ext>
                </a:extLst>
              </p:cNvPr>
              <p:cNvSpPr/>
              <p:nvPr/>
            </p:nvSpPr>
            <p:spPr>
              <a:xfrm flipH="false" flipV="false">
                <a:off x="4932681" y="2057400"/>
                <a:ext cx="2313940" cy="3149600"/>
              </a:xfrm>
              <a:prstGeom prst="roundRect">
                <a:avLst>
                  <a:gd fmla="val 8206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2400" u="none">
                    <a:solidFill>
                      <a:srgbClr val="2F2F2F"/>
                    </a:solidFill>
                    <a:ea typeface="微软雅黑"/>
                  </a:rPr>
                  <a:t>说明各表之间的数据关联</a:t>
                </a:r>
              </a:p>
            </p:txBody>
          </p:sp>
        </p:grpSp>
        <p:grpSp>
          <p:nvGrpSpPr>
            <p:cNvPr descr="ce54118e-0535-4d4c-a682-8ff9d968fa5e" id="27" name="组合 26">
              <a:extLst>
                <a:ext uri="{FF2B5EF4-FFF2-40B4-BE49-F238E27FC236}">
                  <a16:creationId id="{D47CC843-41B5-6342-7A74-31E85B63FABD}"/>
                </a:ext>
              </a:extLst>
            </p:cNvPr>
            <p:cNvGrpSpPr/>
            <p:nvPr/>
          </p:nvGrpSpPr>
          <p:grpSpPr>
            <a:xfrm>
              <a:off x="660400" y="1130300"/>
              <a:ext cx="4140200" cy="5003799"/>
              <a:chOff x="660400" y="1130300"/>
              <a:chExt cx="4140200" cy="5003799"/>
            </a:xfrm>
          </p:grpSpPr>
          <p:sp>
            <p:nvSpPr>
              <p:cNvPr descr="b300258e-1ff4-43a5-a09b-70dc22f93098" id="24" name="Number1">
                <a:extLst>
                  <a:ext uri="{FF2B5EF4-FFF2-40B4-BE49-F238E27FC236}">
                    <a16:creationId id="{67A4E220-B082-5F4E-35CD-4C69F6F358F4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62FEA"/>
                    </a:solidFill>
                    <a:latin typeface="Arial"/>
                  </a:rPr>
                  <a:t>1.</a:t>
                </a:r>
              </a:p>
            </p:txBody>
          </p:sp>
          <p:sp>
            <p:nvSpPr>
              <p:cNvPr descr="79ea5699-643a-4cb5-a990-df2ea0618ec4" id="25" name="Bullet1">
                <a:extLst>
                  <a:ext uri="{FF2B5EF4-FFF2-40B4-BE49-F238E27FC236}">
                    <a16:creationId id="{ACD87C91-3CA8-91CC-2CFB-4031AF3F0B8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用户与合同关系</a:t>
                </a:r>
              </a:p>
            </p:txBody>
          </p:sp>
          <p:sp>
            <p:nvSpPr>
              <p:cNvPr descr="c5c94d41-599b-49a5-a288-7c0bd78bcd46" id="26" name="Text1">
                <a:extLst>
                  <a:ext uri="{FF2B5EF4-FFF2-40B4-BE49-F238E27FC236}">
                    <a16:creationId id="{B99A39EE-3A2D-A3D8-E26B-E8EFA7565AC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0"/>
                <a:ext cx="3642298" cy="4531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latin typeface="微软雅黑"/>
                  </a:rPr>
                  <a:t>1个用户（users）可关联多个合同（contracts），是一对多关系。</a:t>
                </a:r>
              </a:p>
            </p:txBody>
          </p:sp>
        </p:grpSp>
        <p:grpSp>
          <p:nvGrpSpPr>
            <p:cNvPr descr="d25e9d3d-4eaa-45e4-9206-0cd840afb24a" id="3" name="组合 2">
              <a:extLst>
                <a:ext uri="{FF2B5EF4-FFF2-40B4-BE49-F238E27FC236}">
                  <a16:creationId id="{1A870ECD-1005-3746-9F15-0E99D163F26E}"/>
                </a:ext>
              </a:extLst>
            </p:cNvPr>
            <p:cNvGrpSpPr/>
            <p:nvPr/>
          </p:nvGrpSpPr>
          <p:grpSpPr>
            <a:xfrm>
              <a:off x="7378700" y="1130300"/>
              <a:ext cx="4140200" cy="5003799"/>
              <a:chOff x="660400" y="1130300"/>
              <a:chExt cx="4140200" cy="5003799"/>
            </a:xfrm>
          </p:grpSpPr>
          <p:sp>
            <p:nvSpPr>
              <p:cNvPr descr="91834de0-7ae6-4dd3-b2b4-b96db33b3ad1" id="4" name="Number2">
                <a:extLst>
                  <a:ext uri="{FF2B5EF4-FFF2-40B4-BE49-F238E27FC236}">
                    <a16:creationId id="{CAEC84BA-4B96-3478-CF5E-4458C6389CAE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62FEA"/>
                    </a:solidFill>
                    <a:latin typeface="Arial"/>
                  </a:rPr>
                  <a:t>2.</a:t>
                </a:r>
              </a:p>
            </p:txBody>
          </p:sp>
          <p:sp>
            <p:nvSpPr>
              <p:cNvPr descr="110debc5-2ba2-4494-8713-3ce54e7643c0" id="5" name="Bullet2">
                <a:extLst>
                  <a:ext uri="{FF2B5EF4-FFF2-40B4-BE49-F238E27FC236}">
                    <a16:creationId id="{40CE3901-C90C-EDFB-B5B4-1059E92ADE7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合同与分析结果关系</a:t>
                </a:r>
              </a:p>
            </p:txBody>
          </p:sp>
          <p:sp>
            <p:nvSpPr>
              <p:cNvPr descr="cddca5d9-2da0-4398-93b7-7f4de078e1a3" id="6" name="Text2">
                <a:extLst>
                  <a:ext uri="{FF2B5EF4-FFF2-40B4-BE49-F238E27FC236}">
                    <a16:creationId id="{1BE838C5-02FA-FE4B-7016-4C515A3D414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0"/>
                <a:ext cx="3642298" cy="4531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latin typeface="微软雅黑"/>
                  </a:rPr>
                  <a:t>1个合同（contracts）对应1个分析结果（contract_analyses），是一对一关系。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数据关系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fdd7422-6c2c-4f23-a26f-d8911de0d8e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400" u="none">
                <a:solidFill>
                  <a:srgbClr val="FFFFFF"/>
                </a:solidFill>
                <a:ea typeface="微软雅黑"/>
              </a:rPr>
              <a:t>功能需求</a:t>
            </a:r>
          </a:p>
        </p:txBody>
      </p:sp>
      <p:sp>
        <p:nvSpPr>
          <p:cNvPr descr="816a5328-e055-4120-bb73-d90b57599e16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FFFFFF"/>
                </a:solidFill>
                <a:ea typeface="微软雅黑"/>
              </a:rPr>
              <a:t>详细描述系统各模块功能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e8f49031-3df4-466f-8b09-3caa33a6b9cb" id="2" name="f3a6d23e-f17e-4b19-9ad2-04b4a318ed61.source.2.zh-Hans.pptx">
            <a:extLst>
              <a:ext uri="{FF2B5EF4-FFF2-40B4-BE49-F238E27FC236}">
                <a16:creationId id="{AAEC5625-4586-3672-074F-52ECCBD6C426}"/>
              </a:ext>
            </a:extLst>
          </p:cNvPr>
          <p:cNvGrpSpPr/>
          <p:nvPr/>
        </p:nvGrpSpPr>
        <p:grpSpPr>
          <a:xfrm>
            <a:off x="0" y="1130301"/>
            <a:ext cx="12192000" cy="5727699"/>
            <a:chOff x="0" y="1130301"/>
            <a:chExt cx="12192000" cy="5727699"/>
          </a:xfrm>
        </p:grpSpPr>
        <p:sp>
          <p:nvSpPr>
            <p:cNvPr descr="f390a151-4be8-48a0-996c-45adbb4c81b5" id="5" name="PictureMisc1">
              <a:extLst>
                <a:ext uri="{FF2B5EF4-FFF2-40B4-BE49-F238E27FC236}">
                  <a16:creationId id="{AB5D60D5-F6E2-0331-47A8-642A8971DB7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0" y="5562667"/>
              <a:ext cx="12192000" cy="1295333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418803" l="0" r="0" t="-869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2087e0fb-f87f-4343-ae1d-e703832bb578" id="6" name="c">
              <a:extLst>
                <a:ext uri="{FF2B5EF4-FFF2-40B4-BE49-F238E27FC236}">
                  <a16:creationId id="{7C639A81-2108-7880-E7C3-17FA718F1AB8}"/>
                </a:ext>
              </a:extLst>
            </p:cNvPr>
            <p:cNvSpPr/>
            <p:nvPr/>
          </p:nvSpPr>
          <p:spPr>
            <a:xfrm flipH="false" flipV="false">
              <a:off x="660399" y="1777184"/>
              <a:ext cx="10858500" cy="4356916"/>
            </a:xfrm>
            <a:prstGeom prst="roundRect">
              <a:avLst>
                <a:gd fmla="val 3015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non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349246fe-835c-40b3-9554-e0ce66149734" id="7" name="Title">
              <a:extLst>
                <a:ext uri="{FF2B5EF4-FFF2-40B4-BE49-F238E27FC236}">
                  <a16:creationId id="{4BBC2583-CDE0-E7A1-5007-E1A17E0B41E2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介绍用户注册与登录功能</a:t>
              </a:r>
            </a:p>
          </p:txBody>
        </p:sp>
        <p:grpSp>
          <p:nvGrpSpPr>
            <p:cNvPr descr="70bcf38f-6228-4234-9a2e-f4f79259491f" id="10" name="组合 9">
              <a:extLst>
                <a:ext uri="{FF2B5EF4-FFF2-40B4-BE49-F238E27FC236}">
                  <a16:creationId id="{63862122-0387-66AD-B338-D829AF1CD23B}"/>
                </a:ext>
              </a:extLst>
            </p:cNvPr>
            <p:cNvGrpSpPr/>
            <p:nvPr/>
          </p:nvGrpSpPr>
          <p:grpSpPr>
            <a:xfrm>
              <a:off x="885625" y="1931699"/>
              <a:ext cx="10408048" cy="1822378"/>
              <a:chOff x="885625" y="1931699"/>
              <a:chExt cx="10408048" cy="1822378"/>
            </a:xfrm>
          </p:grpSpPr>
          <p:sp>
            <p:nvSpPr>
              <p:cNvPr descr="75234c89-dfaf-4e39-899d-67efe511daa0" id="22" name="Number1">
                <a:extLst>
                  <a:ext uri="{FF2B5EF4-FFF2-40B4-BE49-F238E27FC236}">
                    <a16:creationId id="{B22C2C47-3DB7-3996-9DC8-FA1C82EAE0A6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162FEA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8986935f-3460-40ee-a8ea-806465c27d37" id="23" name="Bullet1">
                <a:extLst>
                  <a:ext uri="{FF2B5EF4-FFF2-40B4-BE49-F238E27FC236}">
                    <a16:creationId id="{AF804EE4-21BC-9112-1009-5307863C3D2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9910146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注册功能</a:t>
                </a:r>
              </a:p>
            </p:txBody>
          </p:sp>
          <p:sp>
            <p:nvSpPr>
              <p:cNvPr descr="3463efac-6e74-4cf0-9d13-b4c551e987d9" id="24" name="Text1">
                <a:extLst>
                  <a:ext uri="{FF2B5EF4-FFF2-40B4-BE49-F238E27FC236}">
                    <a16:creationId id="{698F090F-C194-F5C0-5E32-2D118BF4D41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1"/>
                <a:ext cx="9910146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输入邮箱（需验证格式）、密码（≥8位，支持字母 + 数字组合）、确认密码。校验规则为邮箱未被注册、两次密码一致。注册成功后自动跳转至登录页，失败提示具体原因（如 “邮箱已注册”）。</a:t>
                </a:r>
              </a:p>
            </p:txBody>
          </p:sp>
        </p:grpSp>
        <p:grpSp>
          <p:nvGrpSpPr>
            <p:cNvPr descr="fb1ce290-3816-4eba-9584-43756924dd63" id="11" name="组合 10">
              <a:extLst>
                <a:ext uri="{FF2B5EF4-FFF2-40B4-BE49-F238E27FC236}">
                  <a16:creationId id="{AE49BF1C-FA24-7971-9A90-648DFFFFAD15}"/>
                </a:ext>
              </a:extLst>
            </p:cNvPr>
            <p:cNvGrpSpPr/>
            <p:nvPr/>
          </p:nvGrpSpPr>
          <p:grpSpPr>
            <a:xfrm>
              <a:off x="885625" y="4204072"/>
              <a:ext cx="10408048" cy="1822378"/>
              <a:chOff x="885625" y="4204072"/>
              <a:chExt cx="10408048" cy="1822378"/>
            </a:xfrm>
          </p:grpSpPr>
          <p:sp>
            <p:nvSpPr>
              <p:cNvPr descr="c646bf21-b83d-4b4a-8acb-364c35af11e4" id="18" name="Number2">
                <a:extLst>
                  <a:ext uri="{FF2B5EF4-FFF2-40B4-BE49-F238E27FC236}">
                    <a16:creationId id="{A78C9CD0-27B5-EF87-CBB5-5DE804A84614}"/>
                  </a:ext>
                </a:extLst>
              </p:cNvPr>
              <p:cNvSpPr/>
              <p:nvPr/>
            </p:nvSpPr>
            <p:spPr>
              <a:xfrm flipH="true" flipV="false">
                <a:off x="885625" y="4204072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162FEA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cc65b7ea-07f8-4c80-a7f8-11eb3dee8edf" id="19" name="Bullet2">
                <a:extLst>
                  <a:ext uri="{FF2B5EF4-FFF2-40B4-BE49-F238E27FC236}">
                    <a16:creationId id="{206E0EDF-101F-A607-2A76-AB3F84CBF92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4204072"/>
                <a:ext cx="9910146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登录功能</a:t>
                </a:r>
              </a:p>
            </p:txBody>
          </p:sp>
          <p:sp>
            <p:nvSpPr>
              <p:cNvPr descr="bbb03f38-df36-497e-81d3-90fb682b0730" id="21" name="Text2">
                <a:extLst>
                  <a:ext uri="{FF2B5EF4-FFF2-40B4-BE49-F238E27FC236}">
                    <a16:creationId id="{971F364C-DBF2-F046-C096-2DEABC6785A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4676734"/>
                <a:ext cx="9910146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输入邮箱、密码。校验规则为邮箱存在、密码与加密存储的密码匹配。登录成功后跳转至仪表盘页，失败提示 “邮箱或密码错误”。登录后生成JWT令牌，存储在本地存储（localStorage），有效期7天。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用户模块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bce2500-0d13-426b-b046-ed52cca020ac" id="21" name="2b0da3ff-aa6a-4fe1-b40f-81ca508174d8.source.2.zh-Hans.pptx">
            <a:extLst>
              <a:ext uri="{FF2B5EF4-FFF2-40B4-BE49-F238E27FC236}">
                <a16:creationId id="{B782EFA8-7F0C-600E-3B12-524250F478C0}"/>
              </a:ext>
            </a:extLst>
          </p:cNvPr>
          <p:cNvGrpSpPr/>
          <p:nvPr/>
        </p:nvGrpSpPr>
        <p:grpSpPr>
          <a:xfrm>
            <a:off x="660400" y="1130303"/>
            <a:ext cx="10858500" cy="5003797"/>
            <a:chOff x="660400" y="1130303"/>
            <a:chExt cx="10858500" cy="5003797"/>
          </a:xfrm>
        </p:grpSpPr>
        <p:sp>
          <p:nvSpPr>
            <p:cNvPr descr="6bc4b6a5-a092-4fba-a92b-5e62dcfeabfc" id="3" name="PictureMisc1">
              <a:extLst>
                <a:ext uri="{FF2B5EF4-FFF2-40B4-BE49-F238E27FC236}">
                  <a16:creationId id="{4FE58EAF-8F68-D833-AC47-CF4BE28DC4F1}"/>
                </a:ext>
              </a:extLst>
            </p:cNvPr>
            <p:cNvSpPr/>
            <p:nvPr/>
          </p:nvSpPr>
          <p:spPr>
            <a:xfrm flipH="false" flipV="false">
              <a:off x="4754880" y="2108288"/>
              <a:ext cx="2682240" cy="4025812"/>
            </a:xfrm>
            <a:prstGeom prst="roundRect">
              <a:avLst/>
            </a:prstGeom>
            <a:blipFill rotWithShape="true">
              <a:blip r:embed="rId5"/>
              <a:srcRect/>
              <a:stretch>
                <a:fillRect b="0" l="-95635" r="-95635" t="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3cf8595a-e770-4a1e-993f-bad57e34db9f" id="4" name="Title">
              <a:extLst>
                <a:ext uri="{FF2B5EF4-FFF2-40B4-BE49-F238E27FC236}">
                  <a16:creationId id="{DAC5D71D-E6F3-2A0A-B2CF-FC194B0AA132}"/>
                </a:ext>
              </a:extLst>
            </p:cNvPr>
            <p:cNvSpPr txBox="1"/>
            <p:nvPr/>
          </p:nvSpPr>
          <p:spPr>
            <a:xfrm flipH="false" flipV="false">
              <a:off x="660400" y="1130303"/>
              <a:ext cx="10858500" cy="539478"/>
            </a:xfrm>
            <a:prstGeom prst="rect">
              <a:avLst/>
            </a:prstGeom>
            <a:noFill/>
            <a:ln>
              <a:noFill/>
            </a:ln>
          </p:spPr>
          <p:txBody>
            <a:bodyPr anchor="ctr" anchorCtr="false" bIns="45720" lIns="91440" rIns="91440" tIns="45720" wrap="square">
              <a:normAutofit/>
            </a:bodyPr>
            <a:lstStyle/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2F2F2F"/>
                  </a:solidFill>
                  <a:ea typeface="微软雅黑"/>
                </a:rPr>
                <a:t>说明合同上传与列表功能</a:t>
              </a:r>
            </a:p>
          </p:txBody>
        </p:sp>
        <p:grpSp>
          <p:nvGrpSpPr>
            <p:cNvPr descr="c2eb40fe-c664-4aaa-91e2-f2434735ceec" id="5" name="组合 4">
              <a:extLst>
                <a:ext uri="{FF2B5EF4-FFF2-40B4-BE49-F238E27FC236}">
                  <a16:creationId id="{BFC9D6C7-14DF-9AE8-E390-D6C409B36F26}"/>
                </a:ext>
              </a:extLst>
            </p:cNvPr>
            <p:cNvGrpSpPr/>
            <p:nvPr/>
          </p:nvGrpSpPr>
          <p:grpSpPr>
            <a:xfrm>
              <a:off x="660400" y="2108288"/>
              <a:ext cx="4377326" cy="4025811"/>
              <a:chOff x="863477" y="2400383"/>
              <a:chExt cx="4377326" cy="4025811"/>
            </a:xfrm>
          </p:grpSpPr>
          <p:sp>
            <p:nvSpPr>
              <p:cNvPr descr="8bccc506-f34f-4b3c-aba8-3067556f6460" id="18" name="Number1">
                <a:extLst>
                  <a:ext uri="{FF2B5EF4-FFF2-40B4-BE49-F238E27FC236}">
                    <a16:creationId id="{D4024EAA-D66A-EBB8-5A1A-8CAE4CC1C76B}"/>
                  </a:ext>
                </a:extLst>
              </p:cNvPr>
              <p:cNvSpPr/>
              <p:nvPr/>
            </p:nvSpPr>
            <p:spPr>
              <a:xfrm flipH="false" flipV="false">
                <a:off x="4700803" y="2400383"/>
                <a:ext cx="540000" cy="5400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000000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6e5703ad-d80a-44df-8840-42125a62f904" id="19" name="Text1">
                <a:extLst>
                  <a:ext uri="{FF2B5EF4-FFF2-40B4-BE49-F238E27FC236}">
                    <a16:creationId id="{019AB8F5-DAED-45A2-88AE-E147886F9ECB}"/>
                  </a:ext>
                </a:extLst>
              </p:cNvPr>
              <p:cNvSpPr txBox="1"/>
              <p:nvPr/>
            </p:nvSpPr>
            <p:spPr>
              <a:xfrm flipH="false" flipV="false">
                <a:off x="863477" y="3078838"/>
                <a:ext cx="3806846" cy="3347356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支持PDF、Word（.docx）文件类型。上传限制为单个文件大小≤20MB。点击 “上传合同” 按钮，弹出文件选择框。选择文件后显示上传进度条。上传成功后，合同列表实时刷新，显示新上传的合同（标题默认文件名）。若文件类型不支持、文件过大时给出明确提示。</a:t>
                </a:r>
              </a:p>
            </p:txBody>
          </p:sp>
          <p:sp>
            <p:nvSpPr>
              <p:cNvPr descr="e204c96c-4aa3-46bc-9098-b275d42d6cf4" id="20" name="Bullet1">
                <a:extLst>
                  <a:ext uri="{FF2B5EF4-FFF2-40B4-BE49-F238E27FC236}">
                    <a16:creationId id="{D66A7A0C-6C6A-3D69-AA77-752D7114C369}"/>
                  </a:ext>
                </a:extLst>
              </p:cNvPr>
              <p:cNvSpPr txBox="1"/>
              <p:nvPr/>
            </p:nvSpPr>
            <p:spPr>
              <a:xfrm flipH="false" flipV="false">
                <a:off x="863477" y="2400905"/>
                <a:ext cx="3806846" cy="539478"/>
              </a:xfrm>
              <a:prstGeom prst="roundRect">
                <a:avLst>
                  <a:gd fmla="val 50000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>
                <a:defPPr>
                  <a:defRPr lang="en-US"/>
                </a:defPPr>
                <a:lvl1pPr algn="ctr">
                  <a:defRPr b="1" sz="16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合同上传</a:t>
                </a:r>
              </a:p>
            </p:txBody>
          </p:sp>
        </p:grpSp>
        <p:grpSp>
          <p:nvGrpSpPr>
            <p:cNvPr descr="c7714adf-b420-426b-b7e9-acf0b3e8b82f" id="7" name="组合 6">
              <a:extLst>
                <a:ext uri="{FF2B5EF4-FFF2-40B4-BE49-F238E27FC236}">
                  <a16:creationId id="{49808D93-8BA6-C4F0-DF48-BF65E5EE5B88}"/>
                </a:ext>
              </a:extLst>
            </p:cNvPr>
            <p:cNvGrpSpPr/>
            <p:nvPr/>
          </p:nvGrpSpPr>
          <p:grpSpPr>
            <a:xfrm flipH="1">
              <a:off x="7141573" y="2108288"/>
              <a:ext cx="4377327" cy="4025811"/>
              <a:chOff x="863477" y="2400383"/>
              <a:chExt cx="4377327" cy="4025811"/>
            </a:xfrm>
          </p:grpSpPr>
          <p:sp>
            <p:nvSpPr>
              <p:cNvPr descr="0953502d-3306-49a5-8b39-ac39319f7f83" id="12" name="Number2">
                <a:extLst>
                  <a:ext uri="{FF2B5EF4-FFF2-40B4-BE49-F238E27FC236}">
                    <a16:creationId id="{0A6B95A9-8BAB-BF98-C992-08491DDB6A33}"/>
                  </a:ext>
                </a:extLst>
              </p:cNvPr>
              <p:cNvSpPr/>
              <p:nvPr/>
            </p:nvSpPr>
            <p:spPr>
              <a:xfrm flipH="false" flipV="false">
                <a:off x="4700804" y="2400383"/>
                <a:ext cx="540000" cy="5400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c3475714-f35d-45e0-a01c-d5a8e7d65a31" id="13" name="Text2">
                <a:extLst>
                  <a:ext uri="{FF2B5EF4-FFF2-40B4-BE49-F238E27FC236}">
                    <a16:creationId id="{5CB5E8AB-3BA3-5DDF-7BC8-139442ADA1DF}"/>
                  </a:ext>
                </a:extLst>
              </p:cNvPr>
              <p:cNvSpPr txBox="1"/>
              <p:nvPr/>
            </p:nvSpPr>
            <p:spPr>
              <a:xfrm flipH="false" flipV="false">
                <a:off x="863477" y="3078838"/>
                <a:ext cx="3806846" cy="3347356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展示合同标题、上传时间、文件类型（图标标识）。操作功能包括点击合同标题跳转至详情页，支持标题编辑（点击编辑图标，输入新标题后保存），支持删除合同（需二次确认，删除后关联的分析结果同步删除）。布局采用响应式网格布局，适配桌面端（每行3 - 4个）、平板端（每行2个）。</a:t>
                </a:r>
              </a:p>
            </p:txBody>
          </p:sp>
          <p:sp>
            <p:nvSpPr>
              <p:cNvPr descr="9abedb4a-516c-4a57-9663-fc21a0a00230" id="14" name="Bullet2">
                <a:extLst>
                  <a:ext uri="{FF2B5EF4-FFF2-40B4-BE49-F238E27FC236}">
                    <a16:creationId id="{C23B50AD-36C6-3E56-AB3A-2CDDE2FD672E}"/>
                  </a:ext>
                </a:extLst>
              </p:cNvPr>
              <p:cNvSpPr txBox="1"/>
              <p:nvPr/>
            </p:nvSpPr>
            <p:spPr>
              <a:xfrm flipH="false" flipV="false">
                <a:off x="863477" y="2400905"/>
                <a:ext cx="3806846" cy="539478"/>
              </a:xfrm>
              <a:prstGeom prst="roundRect">
                <a:avLst>
                  <a:gd fmla="val 50000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>
                <a:defPPr>
                  <a:defRPr lang="en-US"/>
                </a:defPPr>
                <a:lvl1pPr algn="ctr">
                  <a:defRPr b="1" sz="16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合同列表（仪表盘）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合同管理模块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e31b670-7c6d-4219-916a-88667d6146a6" id="4" name="4b004cc0-3cd5-4b10-8930-671a7c2f9fd4.source.3.zh-Hans.pptx">
            <a:extLst>
              <a:ext uri="{FF2B5EF4-FFF2-40B4-BE49-F238E27FC236}">
                <a16:creationId id="{DFE67049-89F9-A0CE-4DF4-C3A29C4B7A50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45cacd95-1b95-4f10-9a8e-343ca7e434d6" id="2" name="Title">
              <a:extLst>
                <a:ext uri="{FF2B5EF4-FFF2-40B4-BE49-F238E27FC236}">
                  <a16:creationId id="{82A97BF6-537A-400C-6A0E-12B69CABFAD3}"/>
                </a:ext>
              </a:extLst>
            </p:cNvPr>
            <p:cNvSpPr txBox="1"/>
            <p:nvPr/>
          </p:nvSpPr>
          <p:spPr>
            <a:xfrm flipH="false" flipV="false">
              <a:off x="673107" y="1130300"/>
              <a:ext cx="10845792" cy="697491"/>
            </a:xfrm>
            <a:prstGeom prst="rect">
              <a:avLst/>
            </a:prstGeom>
            <a:noFill/>
          </p:spPr>
          <p:txBody>
            <a:bodyPr anchor="ctr" anchorCtr="false" bIns="46800" lIns="90000" rIns="90000" rtlCol="0" tIns="46800" wrap="square">
              <a:normAutofit/>
            </a:bodyPr>
            <a:lstStyle>
              <a:defPPr>
                <a:defRPr lang="en-US"/>
              </a:defPPr>
              <a:lvl1pPr>
                <a:defRPr b="1" sz="2400"/>
              </a:lvl1pPr>
            </a:lstStyle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介绍文本提取、AI智能分析与结果展示功能</a:t>
              </a:r>
            </a:p>
          </p:txBody>
        </p:sp>
        <p:cxnSp>
          <p:nvCxnSpPr>
            <p:cNvPr descr="27dc4cce-ef7c-45da-823b-8f7c222228e7" id="3" name="直接连接符 2">
              <a:extLst>
                <a:ext uri="{FF2B5EF4-FFF2-40B4-BE49-F238E27FC236}">
                  <a16:creationId id="{33B818D5-C596-BA01-F33B-3E5CF939922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850907" y="2256501"/>
              <a:ext cx="10667992" cy="0"/>
            </a:xfrm>
            <a:prstGeom prst="line">
              <a:avLst/>
            </a:prstGeom>
            <a:ln algn="ctr" cap="flat" cmpd="sng" w="6350">
              <a:solidFill>
                <a:schemeClr val="tx1">
                  <a:alpha val="50000"/>
                </a:schemeClr>
              </a:solidFill>
              <a:prstDash val="solid"/>
              <a:round/>
              <a:headEnd len="med" type="none" w="med"/>
              <a:tailEnd len="med" type="arrow" w="med"/>
            </a:ln>
          </p:spPr>
          <p:style>
            <a:lnRef idx="0">
              <a:scrgbClr b="0" g="0" r="0"/>
            </a:lnRef>
            <a:fillRef idx="0">
              <a:scrgbClr b="0" g="0" r="0"/>
            </a:fillRef>
            <a:effectRef idx="0">
              <a:scrgbClr b="0" g="0" r="0"/>
            </a:effectRef>
            <a:fontRef idx="minor">
              <a:schemeClr val="tx1"/>
            </a:fontRef>
          </p:style>
        </p:cxnSp>
        <p:grpSp>
          <p:nvGrpSpPr>
            <p:cNvPr descr="87973010-a374-4a78-9904-4c2331b54dda" id="14" name="组合 13">
              <a:extLst>
                <a:ext uri="{FF2B5EF4-FFF2-40B4-BE49-F238E27FC236}">
                  <a16:creationId id="{D6344C55-F24A-B072-E6B2-C2204921FA71}"/>
                </a:ext>
              </a:extLst>
            </p:cNvPr>
            <p:cNvGrpSpPr/>
            <p:nvPr/>
          </p:nvGrpSpPr>
          <p:grpSpPr>
            <a:xfrm>
              <a:off x="660400" y="2186959"/>
              <a:ext cx="3435728" cy="3947141"/>
              <a:chOff x="660400" y="2186959"/>
              <a:chExt cx="3435728" cy="3947141"/>
            </a:xfrm>
          </p:grpSpPr>
          <p:sp>
            <p:nvSpPr>
              <p:cNvPr descr="8608dbf2-7f6b-49e9-8de8-1140c7ead3f8" id="6" name="Icon1">
                <a:extLst>
                  <a:ext uri="{FF2B5EF4-FFF2-40B4-BE49-F238E27FC236}">
                    <a16:creationId id="{BACC2CDA-74B4-13C2-D926-A584893C9911}"/>
                  </a:ext>
                </a:extLst>
              </p:cNvPr>
              <p:cNvSpPr/>
              <p:nvPr/>
            </p:nvSpPr>
            <p:spPr>
              <a:xfrm flipH="false" flipV="false">
                <a:off x="711207" y="2186959"/>
                <a:ext cx="139700" cy="139085"/>
              </a:xfrm>
              <a:custGeom>
                <a:avLst/>
                <a:gdLst>
                  <a:gd fmla="*/ 6802 w 6847" name="T0"/>
                  <a:gd fmla="*/ 3333 h 6827" name="T1"/>
                  <a:gd fmla="*/ 3503 w 6847" name="T2"/>
                  <a:gd fmla="*/ 33 h 6827" name="T3"/>
                  <a:gd fmla="*/ 3422 w 6847" name="T4"/>
                  <a:gd fmla="*/ 0 h 6827" name="T5"/>
                  <a:gd fmla="*/ 123 w 6847" name="T6"/>
                  <a:gd fmla="*/ 0 h 6827" name="T7"/>
                  <a:gd fmla="*/ 18 w 6847" name="T8"/>
                  <a:gd fmla="*/ 70 h 6827" name="T9"/>
                  <a:gd fmla="*/ 42 w 6847" name="T10"/>
                  <a:gd fmla="*/ 194 h 6827" name="T11"/>
                  <a:gd fmla="*/ 3261 w 6847" name="T12"/>
                  <a:gd fmla="*/ 3413 h 6827" name="T13"/>
                  <a:gd fmla="*/ 42 w 6847" name="T14"/>
                  <a:gd fmla="*/ 6632 h 6827" name="T15"/>
                  <a:gd fmla="*/ 18 w 6847" name="T16"/>
                  <a:gd fmla="*/ 6756 h 6827" name="T17"/>
                  <a:gd fmla="*/ 123 w 6847" name="T18"/>
                  <a:gd fmla="*/ 6827 h 6827" name="T19"/>
                  <a:gd fmla="*/ 3422 w 6847" name="T20"/>
                  <a:gd fmla="*/ 6827 h 6827" name="T21"/>
                  <a:gd fmla="*/ 3503 w 6847" name="T22"/>
                  <a:gd fmla="*/ 6793 h 6827" name="T23"/>
                  <a:gd fmla="*/ 6802 w 6847" name="T24"/>
                  <a:gd fmla="*/ 3494 h 6827" name="T25"/>
                  <a:gd fmla="*/ 6802 w 6847" name="T26"/>
                  <a:gd fmla="*/ 3333 h 6827" name="T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b="b" l="0" r="r" t="0"/>
                <a:pathLst>
                  <a:path h="6827" w="6847">
                    <a:moveTo>
                      <a:pt x="6802" y="3333"/>
                    </a:moveTo>
                    <a:lnTo>
                      <a:pt x="3503" y="33"/>
                    </a:lnTo>
                    <a:cubicBezTo>
                      <a:pt x="3482" y="12"/>
                      <a:pt x="3453" y="0"/>
                      <a:pt x="3422" y="0"/>
                    </a:cubicBezTo>
                    <a:lnTo>
                      <a:pt x="123" y="0"/>
                    </a:lnTo>
                    <a:cubicBezTo>
                      <a:pt x="77" y="0"/>
                      <a:pt x="35" y="28"/>
                      <a:pt x="18" y="70"/>
                    </a:cubicBezTo>
                    <a:cubicBezTo>
                      <a:pt x="0" y="113"/>
                      <a:pt x="10" y="162"/>
                      <a:pt x="42" y="194"/>
                    </a:cubicBezTo>
                    <a:lnTo>
                      <a:pt x="3261" y="3413"/>
                    </a:lnTo>
                    <a:lnTo>
                      <a:pt x="42" y="6632"/>
                    </a:lnTo>
                    <a:cubicBezTo>
                      <a:pt x="10" y="6665"/>
                      <a:pt x="0" y="6714"/>
                      <a:pt x="18" y="6756"/>
                    </a:cubicBezTo>
                    <a:cubicBezTo>
                      <a:pt x="35" y="6799"/>
                      <a:pt x="77" y="6827"/>
                      <a:pt x="123" y="6827"/>
                    </a:cubicBezTo>
                    <a:lnTo>
                      <a:pt x="3422" y="6827"/>
                    </a:lnTo>
                    <a:cubicBezTo>
                      <a:pt x="3453" y="6827"/>
                      <a:pt x="3482" y="6815"/>
                      <a:pt x="3503" y="6793"/>
                    </a:cubicBezTo>
                    <a:lnTo>
                      <a:pt x="6802" y="3494"/>
                    </a:lnTo>
                    <a:cubicBezTo>
                      <a:pt x="6847" y="3449"/>
                      <a:pt x="6847" y="3377"/>
                      <a:pt x="6802" y="33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 fontScale="25000" lnSpcReduction="2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descr="2c68b99a-5105-45fc-99fe-60d0bbe895c1" id="7" name="Bullet1">
                <a:extLst>
                  <a:ext uri="{FF2B5EF4-FFF2-40B4-BE49-F238E27FC236}">
                    <a16:creationId id="{07A09442-1851-C5C7-3EB0-E9A27EA692C6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424781"/>
                <a:ext cx="3435728" cy="55840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文本提取</a:t>
                </a:r>
              </a:p>
            </p:txBody>
          </p:sp>
          <p:sp>
            <p:nvSpPr>
              <p:cNvPr descr="659427ad-2f5f-4382-b433-9a94026e631a" id="8" name="Text1">
                <a:extLst>
                  <a:ext uri="{FF2B5EF4-FFF2-40B4-BE49-F238E27FC236}">
                    <a16:creationId id="{9228DEA5-44E6-4D0B-09B1-8D4F09B4F525}"/>
                  </a:ext>
                </a:extLst>
              </p:cNvPr>
              <p:cNvSpPr txBox="1"/>
              <p:nvPr/>
            </p:nvSpPr>
            <p:spPr>
              <a:xfrm flipH="false" flipV="false">
                <a:off x="660400" y="3081924"/>
                <a:ext cx="3435728" cy="3052176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合同上传成功后，后端自动调用pdf - parse/mammoth工具提取文本。提取范围为PDF/Word文件中的全部可识别文本（忽略图片中的文字，MVP阶段暂不支持OCR）。</a:t>
                </a:r>
              </a:p>
            </p:txBody>
          </p:sp>
        </p:grpSp>
        <p:grpSp>
          <p:nvGrpSpPr>
            <p:cNvPr descr="67aed504-1b8f-442d-a690-2ce8c9798b39" id="19" name="组合 18">
              <a:extLst>
                <a:ext uri="{FF2B5EF4-FFF2-40B4-BE49-F238E27FC236}">
                  <a16:creationId id="{51BBC554-3FBB-1EA6-F416-7F6144BA6753}"/>
                </a:ext>
              </a:extLst>
            </p:cNvPr>
            <p:cNvGrpSpPr/>
            <p:nvPr/>
          </p:nvGrpSpPr>
          <p:grpSpPr>
            <a:xfrm>
              <a:off x="4371786" y="2186959"/>
              <a:ext cx="3435728" cy="3947141"/>
              <a:chOff x="4371786" y="2186959"/>
              <a:chExt cx="3435728" cy="3947141"/>
            </a:xfrm>
          </p:grpSpPr>
          <p:sp>
            <p:nvSpPr>
              <p:cNvPr descr="b32e8088-b104-4604-9636-f65ce16e10df" id="11" name="Icon2">
                <a:extLst>
                  <a:ext uri="{FF2B5EF4-FFF2-40B4-BE49-F238E27FC236}">
                    <a16:creationId id="{007D7354-EF5F-0893-E52D-CA69FCEA5BF2}"/>
                  </a:ext>
                </a:extLst>
              </p:cNvPr>
              <p:cNvSpPr/>
              <p:nvPr/>
            </p:nvSpPr>
            <p:spPr>
              <a:xfrm flipH="false" flipV="false">
                <a:off x="4537607" y="2186959"/>
                <a:ext cx="139700" cy="139085"/>
              </a:xfrm>
              <a:custGeom>
                <a:avLst/>
                <a:gdLst>
                  <a:gd fmla="*/ 6802 w 6847" name="T0"/>
                  <a:gd fmla="*/ 3333 h 6827" name="T1"/>
                  <a:gd fmla="*/ 3503 w 6847" name="T2"/>
                  <a:gd fmla="*/ 33 h 6827" name="T3"/>
                  <a:gd fmla="*/ 3422 w 6847" name="T4"/>
                  <a:gd fmla="*/ 0 h 6827" name="T5"/>
                  <a:gd fmla="*/ 123 w 6847" name="T6"/>
                  <a:gd fmla="*/ 0 h 6827" name="T7"/>
                  <a:gd fmla="*/ 18 w 6847" name="T8"/>
                  <a:gd fmla="*/ 70 h 6827" name="T9"/>
                  <a:gd fmla="*/ 42 w 6847" name="T10"/>
                  <a:gd fmla="*/ 194 h 6827" name="T11"/>
                  <a:gd fmla="*/ 3261 w 6847" name="T12"/>
                  <a:gd fmla="*/ 3413 h 6827" name="T13"/>
                  <a:gd fmla="*/ 42 w 6847" name="T14"/>
                  <a:gd fmla="*/ 6632 h 6827" name="T15"/>
                  <a:gd fmla="*/ 18 w 6847" name="T16"/>
                  <a:gd fmla="*/ 6756 h 6827" name="T17"/>
                  <a:gd fmla="*/ 123 w 6847" name="T18"/>
                  <a:gd fmla="*/ 6827 h 6827" name="T19"/>
                  <a:gd fmla="*/ 3422 w 6847" name="T20"/>
                  <a:gd fmla="*/ 6827 h 6827" name="T21"/>
                  <a:gd fmla="*/ 3503 w 6847" name="T22"/>
                  <a:gd fmla="*/ 6793 h 6827" name="T23"/>
                  <a:gd fmla="*/ 6802 w 6847" name="T24"/>
                  <a:gd fmla="*/ 3494 h 6827" name="T25"/>
                  <a:gd fmla="*/ 6802 w 6847" name="T26"/>
                  <a:gd fmla="*/ 3333 h 6827" name="T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b="b" l="0" r="r" t="0"/>
                <a:pathLst>
                  <a:path h="6827" w="6847">
                    <a:moveTo>
                      <a:pt x="6802" y="3333"/>
                    </a:moveTo>
                    <a:lnTo>
                      <a:pt x="3503" y="33"/>
                    </a:lnTo>
                    <a:cubicBezTo>
                      <a:pt x="3482" y="12"/>
                      <a:pt x="3453" y="0"/>
                      <a:pt x="3422" y="0"/>
                    </a:cubicBezTo>
                    <a:lnTo>
                      <a:pt x="123" y="0"/>
                    </a:lnTo>
                    <a:cubicBezTo>
                      <a:pt x="77" y="0"/>
                      <a:pt x="35" y="28"/>
                      <a:pt x="18" y="70"/>
                    </a:cubicBezTo>
                    <a:cubicBezTo>
                      <a:pt x="0" y="113"/>
                      <a:pt x="10" y="162"/>
                      <a:pt x="42" y="194"/>
                    </a:cubicBezTo>
                    <a:lnTo>
                      <a:pt x="3261" y="3413"/>
                    </a:lnTo>
                    <a:lnTo>
                      <a:pt x="42" y="6632"/>
                    </a:lnTo>
                    <a:cubicBezTo>
                      <a:pt x="10" y="6665"/>
                      <a:pt x="0" y="6714"/>
                      <a:pt x="18" y="6756"/>
                    </a:cubicBezTo>
                    <a:cubicBezTo>
                      <a:pt x="35" y="6799"/>
                      <a:pt x="77" y="6827"/>
                      <a:pt x="123" y="6827"/>
                    </a:cubicBezTo>
                    <a:lnTo>
                      <a:pt x="3422" y="6827"/>
                    </a:lnTo>
                    <a:cubicBezTo>
                      <a:pt x="3453" y="6827"/>
                      <a:pt x="3482" y="6815"/>
                      <a:pt x="3503" y="6793"/>
                    </a:cubicBezTo>
                    <a:lnTo>
                      <a:pt x="6802" y="3494"/>
                    </a:lnTo>
                    <a:cubicBezTo>
                      <a:pt x="6847" y="3449"/>
                      <a:pt x="6847" y="3377"/>
                      <a:pt x="6802" y="33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 fontScale="25000" lnSpcReduction="2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descr="6bfd2475-6a2b-4b5d-af6a-41bf0ba4a68f" id="12" name="Bullet2">
                <a:extLst>
                  <a:ext uri="{FF2B5EF4-FFF2-40B4-BE49-F238E27FC236}">
                    <a16:creationId id="{28A599F9-C514-93F2-6B98-373FB314101B}"/>
                  </a:ext>
                </a:extLst>
              </p:cNvPr>
              <p:cNvSpPr txBox="1"/>
              <p:nvPr/>
            </p:nvSpPr>
            <p:spPr>
              <a:xfrm flipH="false" flipV="false">
                <a:off x="4371786" y="2424781"/>
                <a:ext cx="3435728" cy="55840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AI智能分析</a:t>
                </a:r>
              </a:p>
            </p:txBody>
          </p:sp>
          <p:sp>
            <p:nvSpPr>
              <p:cNvPr descr="584621b1-01ea-496d-ac21-824896fb02df" id="13" name="Text2">
                <a:extLst>
                  <a:ext uri="{FF2B5EF4-FFF2-40B4-BE49-F238E27FC236}">
                    <a16:creationId id="{7ECFE7AB-1A27-2831-B16C-85B2FAE4668E}"/>
                  </a:ext>
                </a:extLst>
              </p:cNvPr>
              <p:cNvSpPr txBox="1"/>
              <p:nvPr/>
            </p:nvSpPr>
            <p:spPr>
              <a:xfrm flipH="false" flipV="false">
                <a:off x="4371786" y="3081924"/>
                <a:ext cx="3435728" cy="3052176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文本提取完成后自动调用AI API，无需用户手动操作。分析结果包括关键条款，结构化提取合同核心信息，如合同金额、甲方 / 乙方名称、服务内容等，格式为[{"term": "字段名", "value": "字段值"}]；风险点，识别潜在风险条款，如自动续费、高额违约金、单方解约限制等，格式为[{"risk": "风险类型", "description": "风险描述"}]；关键日期，提取重要时间节点，如合同签订日、生效日、到期日、付款日等，格式为[{"date_type": "日期类型", "date_value": "YYYY-MM-DD"}]。性能要求为单份合同（≤50 页）分析时间≤30 秒。</a:t>
                </a:r>
              </a:p>
            </p:txBody>
          </p:sp>
        </p:grpSp>
        <p:grpSp>
          <p:nvGrpSpPr>
            <p:cNvPr descr="554e118b-88b9-4d4e-a299-fa761e02e450" id="20" name="组合 19">
              <a:extLst>
                <a:ext uri="{FF2B5EF4-FFF2-40B4-BE49-F238E27FC236}">
                  <a16:creationId id="{8807A170-DF92-F872-28EC-255152F7027F}"/>
                </a:ext>
              </a:extLst>
            </p:cNvPr>
            <p:cNvGrpSpPr/>
            <p:nvPr/>
          </p:nvGrpSpPr>
          <p:grpSpPr>
            <a:xfrm>
              <a:off x="8083172" y="2186959"/>
              <a:ext cx="3435728" cy="3947141"/>
              <a:chOff x="8083172" y="2186959"/>
              <a:chExt cx="3435728" cy="3947141"/>
            </a:xfrm>
          </p:grpSpPr>
          <p:sp>
            <p:nvSpPr>
              <p:cNvPr descr="59cfc1e0-8a8d-443e-a4ff-3b3de245fc30" id="17" name="Bullet3">
                <a:extLst>
                  <a:ext uri="{FF2B5EF4-FFF2-40B4-BE49-F238E27FC236}">
                    <a16:creationId id="{5124372D-9427-0902-C916-577A35D362E7}"/>
                  </a:ext>
                </a:extLst>
              </p:cNvPr>
              <p:cNvSpPr txBox="1"/>
              <p:nvPr/>
            </p:nvSpPr>
            <p:spPr>
              <a:xfrm flipH="false" flipV="false">
                <a:off x="8083172" y="2424781"/>
                <a:ext cx="3435728" cy="55840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结果展示（合同详情页）</a:t>
                </a:r>
              </a:p>
            </p:txBody>
          </p:sp>
          <p:sp>
            <p:nvSpPr>
              <p:cNvPr descr="53cece2d-085d-465f-ac5f-b7ad01b617dc" id="18" name="Text3">
                <a:extLst>
                  <a:ext uri="{FF2B5EF4-FFF2-40B4-BE49-F238E27FC236}">
                    <a16:creationId id="{897533ED-348D-2822-D85C-659853A294D0}"/>
                  </a:ext>
                </a:extLst>
              </p:cNvPr>
              <p:cNvSpPr txBox="1"/>
              <p:nvPr/>
            </p:nvSpPr>
            <p:spPr>
              <a:xfrm flipH="false" flipV="false">
                <a:off x="8083172" y="3081924"/>
                <a:ext cx="3435728" cy="3052176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页面布局为顶部操作区 + 左右分栏。顶部操作区包含合同标题（可编辑）、下载原文件按钮、返回列表按钮。左栏是合同文本预览（支持滚动，显示提取后的纯文本）、下载文本按钮。右栏展示结构化分析结果（分三个卡片），关键信息卡片以表格形式展示key_terms，支持复制字段值；风险提示卡片用红色 / 黄色警示图标，列表展示risk_points，标注风险等级（高 / 中）；关键日期卡片突出显示到期日，配 “添加到日历” 按钮。分析过程中显示 “AI 分析中，请稍候...” 加载动画；分析失败显示 “解析失败，请重试” 按钮。</a:t>
                </a:r>
              </a:p>
            </p:txBody>
          </p:sp>
          <p:sp>
            <p:nvSpPr>
              <p:cNvPr descr="d02fd8f0-c76c-4460-8d92-939d49178444" id="16" name="Icon3">
                <a:extLst>
                  <a:ext uri="{FF2B5EF4-FFF2-40B4-BE49-F238E27FC236}">
                    <a16:creationId id="{A3752A79-0EB9-41D1-93D4-FEA03902117E}"/>
                  </a:ext>
                </a:extLst>
              </p:cNvPr>
              <p:cNvSpPr/>
              <p:nvPr/>
            </p:nvSpPr>
            <p:spPr>
              <a:xfrm flipH="false" flipV="false">
                <a:off x="8248993" y="2186959"/>
                <a:ext cx="139700" cy="139085"/>
              </a:xfrm>
              <a:custGeom>
                <a:avLst/>
                <a:gdLst>
                  <a:gd fmla="*/ 6802 w 6847" name="T0"/>
                  <a:gd fmla="*/ 3333 h 6827" name="T1"/>
                  <a:gd fmla="*/ 3503 w 6847" name="T2"/>
                  <a:gd fmla="*/ 33 h 6827" name="T3"/>
                  <a:gd fmla="*/ 3422 w 6847" name="T4"/>
                  <a:gd fmla="*/ 0 h 6827" name="T5"/>
                  <a:gd fmla="*/ 123 w 6847" name="T6"/>
                  <a:gd fmla="*/ 0 h 6827" name="T7"/>
                  <a:gd fmla="*/ 18 w 6847" name="T8"/>
                  <a:gd fmla="*/ 70 h 6827" name="T9"/>
                  <a:gd fmla="*/ 42 w 6847" name="T10"/>
                  <a:gd fmla="*/ 194 h 6827" name="T11"/>
                  <a:gd fmla="*/ 3261 w 6847" name="T12"/>
                  <a:gd fmla="*/ 3413 h 6827" name="T13"/>
                  <a:gd fmla="*/ 42 w 6847" name="T14"/>
                  <a:gd fmla="*/ 6632 h 6827" name="T15"/>
                  <a:gd fmla="*/ 18 w 6847" name="T16"/>
                  <a:gd fmla="*/ 6756 h 6827" name="T17"/>
                  <a:gd fmla="*/ 123 w 6847" name="T18"/>
                  <a:gd fmla="*/ 6827 h 6827" name="T19"/>
                  <a:gd fmla="*/ 3422 w 6847" name="T20"/>
                  <a:gd fmla="*/ 6827 h 6827" name="T21"/>
                  <a:gd fmla="*/ 3503 w 6847" name="T22"/>
                  <a:gd fmla="*/ 6793 h 6827" name="T23"/>
                  <a:gd fmla="*/ 6802 w 6847" name="T24"/>
                  <a:gd fmla="*/ 3494 h 6827" name="T25"/>
                  <a:gd fmla="*/ 6802 w 6847" name="T26"/>
                  <a:gd fmla="*/ 3333 h 6827" name="T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b="b" l="0" r="r" t="0"/>
                <a:pathLst>
                  <a:path h="6827" w="6847">
                    <a:moveTo>
                      <a:pt x="6802" y="3333"/>
                    </a:moveTo>
                    <a:lnTo>
                      <a:pt x="3503" y="33"/>
                    </a:lnTo>
                    <a:cubicBezTo>
                      <a:pt x="3482" y="12"/>
                      <a:pt x="3453" y="0"/>
                      <a:pt x="3422" y="0"/>
                    </a:cubicBezTo>
                    <a:lnTo>
                      <a:pt x="123" y="0"/>
                    </a:lnTo>
                    <a:cubicBezTo>
                      <a:pt x="77" y="0"/>
                      <a:pt x="35" y="28"/>
                      <a:pt x="18" y="70"/>
                    </a:cubicBezTo>
                    <a:cubicBezTo>
                      <a:pt x="0" y="113"/>
                      <a:pt x="10" y="162"/>
                      <a:pt x="42" y="194"/>
                    </a:cubicBezTo>
                    <a:lnTo>
                      <a:pt x="3261" y="3413"/>
                    </a:lnTo>
                    <a:lnTo>
                      <a:pt x="42" y="6632"/>
                    </a:lnTo>
                    <a:cubicBezTo>
                      <a:pt x="10" y="6665"/>
                      <a:pt x="0" y="6714"/>
                      <a:pt x="18" y="6756"/>
                    </a:cubicBezTo>
                    <a:cubicBezTo>
                      <a:pt x="35" y="6799"/>
                      <a:pt x="77" y="6827"/>
                      <a:pt x="123" y="6827"/>
                    </a:cubicBezTo>
                    <a:lnTo>
                      <a:pt x="3422" y="6827"/>
                    </a:lnTo>
                    <a:cubicBezTo>
                      <a:pt x="3453" y="6827"/>
                      <a:pt x="3482" y="6815"/>
                      <a:pt x="3503" y="6793"/>
                    </a:cubicBezTo>
                    <a:lnTo>
                      <a:pt x="6802" y="3494"/>
                    </a:lnTo>
                    <a:cubicBezTo>
                      <a:pt x="6847" y="3449"/>
                      <a:pt x="6847" y="3377"/>
                      <a:pt x="6802" y="33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 fontScale="25000" lnSpcReduction="2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latin typeface="Arial"/>
              </a:rPr>
              <a:t>AI合同解析模块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00873f2a-ae4f-45a4-b97f-b311a730aa44" id="28" name="2bf94ace-2ff4-48ba-881a-49d6ed41180e.source.4.zh-Hans.pptx">
            <a:extLst>
              <a:ext uri="{FF2B5EF4-FFF2-40B4-BE49-F238E27FC236}">
                <a16:creationId id="{F041A746-E2B6-E512-34C3-910B37AF25A9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e5660803-8473-49de-b249-63ebb4c8bb35" id="2" name="矩形: 圆角 1">
              <a:extLst>
                <a:ext uri="{FF2B5EF4-FFF2-40B4-BE49-F238E27FC236}">
                  <a16:creationId id="{BC2B88F1-0C21-86D2-E6C1-A57B1323F6A4}"/>
                </a:ext>
              </a:extLst>
            </p:cNvPr>
            <p:cNvSpPr/>
            <p:nvPr/>
          </p:nvSpPr>
          <p:spPr>
            <a:xfrm flipH="false" flipV="false">
              <a:off x="4766310" y="1879600"/>
              <a:ext cx="2646680" cy="3505200"/>
            </a:xfrm>
            <a:prstGeom prst="roundRect">
              <a:avLst>
                <a:gd fmla="val 6734" name="adj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a6e592c6-1c44-49dd-894e-b58b06c5b16b" id="3" name="Title">
              <a:extLst>
                <a:ext uri="{FF2B5EF4-FFF2-40B4-BE49-F238E27FC236}">
                  <a16:creationId id="{DFB328B8-7613-BD94-7649-7A8EDCE0DB12}"/>
                </a:ext>
              </a:extLst>
            </p:cNvPr>
            <p:cNvSpPr/>
            <p:nvPr/>
          </p:nvSpPr>
          <p:spPr>
            <a:xfrm flipH="false" flipV="false">
              <a:off x="4932681" y="2057400"/>
              <a:ext cx="2313940" cy="3149600"/>
            </a:xfrm>
            <a:prstGeom prst="roundRect">
              <a:avLst>
                <a:gd fmla="val 8206" name="adj"/>
              </a:avLst>
            </a:prstGeom>
            <a:solidFill>
              <a:schemeClr val="bg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说明日历导出触发方式、内容及交互反馈</a:t>
              </a:r>
            </a:p>
          </p:txBody>
        </p:sp>
        <p:grpSp>
          <p:nvGrpSpPr>
            <p:cNvPr descr="dccea486-d066-40af-8cee-7ee5490f33a0" id="6" name="组合 5">
              <a:extLst>
                <a:ext uri="{FF2B5EF4-FFF2-40B4-BE49-F238E27FC236}">
                  <a16:creationId id="{5A72E58F-0AA5-ADFF-02DD-D54F10C03687}"/>
                </a:ext>
              </a:extLst>
            </p:cNvPr>
            <p:cNvGrpSpPr/>
            <p:nvPr/>
          </p:nvGrpSpPr>
          <p:grpSpPr>
            <a:xfrm>
              <a:off x="660400" y="1130300"/>
              <a:ext cx="4021769" cy="2325202"/>
              <a:chOff x="660400" y="1130300"/>
              <a:chExt cx="4021769" cy="2325202"/>
            </a:xfrm>
          </p:grpSpPr>
          <p:sp>
            <p:nvSpPr>
              <p:cNvPr descr="df72d60f-56bd-46b7-b627-62a3b0dd39d3" id="19" name="Number1">
                <a:extLst>
                  <a:ext uri="{FF2B5EF4-FFF2-40B4-BE49-F238E27FC236}">
                    <a16:creationId id="{B8B208AC-89F9-08B2-B931-53D0AEFA0D19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c175d28d-054f-4367-adbe-4727f0448675" id="20" name="Bullet1">
                <a:extLst>
                  <a:ext uri="{FF2B5EF4-FFF2-40B4-BE49-F238E27FC236}">
                    <a16:creationId id="{A99695A0-B7BB-EA1F-A5C9-89F097F840C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52386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触发方式</a:t>
                </a:r>
              </a:p>
            </p:txBody>
          </p:sp>
          <p:sp>
            <p:nvSpPr>
              <p:cNvPr descr="f93192d4-19fd-42ae-a693-eabd7265302b" id="21" name="Text1">
                <a:extLst>
                  <a:ext uri="{FF2B5EF4-FFF2-40B4-BE49-F238E27FC236}">
                    <a16:creationId id="{CA14C998-2258-C981-D536-154738D7C7D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2"/>
                <a:ext cx="3523867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点击关键日期卡片中的 “添加到日历” 按钮。</a:t>
                </a:r>
              </a:p>
            </p:txBody>
          </p:sp>
        </p:grpSp>
        <p:grpSp>
          <p:nvGrpSpPr>
            <p:cNvPr descr="ba8cfb6b-3849-45f6-9cb9-b5a636f7a134" id="7" name="组合 6">
              <a:extLst>
                <a:ext uri="{FF2B5EF4-FFF2-40B4-BE49-F238E27FC236}">
                  <a16:creationId id="{5DBB162F-E374-0AA5-F2EF-6C0C7390478A}"/>
                </a:ext>
              </a:extLst>
            </p:cNvPr>
            <p:cNvGrpSpPr/>
            <p:nvPr/>
          </p:nvGrpSpPr>
          <p:grpSpPr>
            <a:xfrm>
              <a:off x="660400" y="3808898"/>
              <a:ext cx="4021769" cy="2325202"/>
              <a:chOff x="660400" y="1130300"/>
              <a:chExt cx="4021769" cy="2325202"/>
            </a:xfrm>
          </p:grpSpPr>
          <p:sp>
            <p:nvSpPr>
              <p:cNvPr descr="96da7157-b6cd-4f65-ba7b-8d0a56f94d3f" id="16" name="Number2">
                <a:extLst>
                  <a:ext uri="{FF2B5EF4-FFF2-40B4-BE49-F238E27FC236}">
                    <a16:creationId id="{E8E37BEC-3FED-ED17-AB68-5EDE26261618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424f31b4-12c7-4b5e-9911-cb4eb77065e8" id="17" name="Bullet2">
                <a:extLst>
                  <a:ext uri="{FF2B5EF4-FFF2-40B4-BE49-F238E27FC236}">
                    <a16:creationId id="{E576A05B-75E1-79BF-32B4-F463E22D96B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52386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导出内容</a:t>
                </a:r>
              </a:p>
            </p:txBody>
          </p:sp>
          <p:sp>
            <p:nvSpPr>
              <p:cNvPr descr="cdc19317-a10e-4634-b927-5b88572dca79" id="18" name="Text2">
                <a:extLst>
                  <a:ext uri="{FF2B5EF4-FFF2-40B4-BE49-F238E27FC236}">
                    <a16:creationId id="{1D1B418A-B1B9-C42C-89AF-C2CDE5D3D99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2"/>
                <a:ext cx="3523867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latin typeface="Arial"/>
                  </a:rPr>
                  <a:t>ICS文件，包含合同标题（事件名称）、关键日期（事件时间）、合同ID（备注）。</a:t>
                </a:r>
              </a:p>
            </p:txBody>
          </p:sp>
        </p:grpSp>
        <p:grpSp>
          <p:nvGrpSpPr>
            <p:cNvPr descr="e11220d8-9953-4e02-84d7-35f3f5f1a830" id="8" name="组合 7">
              <a:extLst>
                <a:ext uri="{FF2B5EF4-FFF2-40B4-BE49-F238E27FC236}">
                  <a16:creationId id="{D0F3313D-463D-9441-65EC-F8F657AA690A}"/>
                </a:ext>
              </a:extLst>
            </p:cNvPr>
            <p:cNvGrpSpPr/>
            <p:nvPr/>
          </p:nvGrpSpPr>
          <p:grpSpPr>
            <a:xfrm>
              <a:off x="7894641" y="1130300"/>
              <a:ext cx="3624259" cy="2325202"/>
              <a:chOff x="660400" y="1130300"/>
              <a:chExt cx="3624259" cy="2325202"/>
            </a:xfrm>
          </p:grpSpPr>
          <p:sp>
            <p:nvSpPr>
              <p:cNvPr descr="7ec3495c-f8b8-4b08-938c-1a15cba039e6" id="13" name="Number3">
                <a:extLst>
                  <a:ext uri="{FF2B5EF4-FFF2-40B4-BE49-F238E27FC236}">
                    <a16:creationId id="{761397F3-4153-2453-8518-B58C92BE028D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fb90771e-44d2-4723-a061-cd106d6cb732" id="14" name="Bullet3">
                <a:extLst>
                  <a:ext uri="{FF2B5EF4-FFF2-40B4-BE49-F238E27FC236}">
                    <a16:creationId id="{ADDAD3C0-0F73-FD39-C58E-BD38998B167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3" y="1130300"/>
                <a:ext cx="3126356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兼容要求</a:t>
                </a:r>
              </a:p>
            </p:txBody>
          </p:sp>
          <p:sp>
            <p:nvSpPr>
              <p:cNvPr descr="89a46b12-0673-4f2c-bc34-6a15f4ef1a13" id="15" name="Text3">
                <a:extLst>
                  <a:ext uri="{FF2B5EF4-FFF2-40B4-BE49-F238E27FC236}">
                    <a16:creationId id="{C3F57147-FD2B-10DC-3851-E589E3199B4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3" y="1602962"/>
                <a:ext cx="3126356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支持导入Google日历、Outlook、苹果日历。</a:t>
                </a:r>
              </a:p>
            </p:txBody>
          </p:sp>
        </p:grpSp>
        <p:grpSp>
          <p:nvGrpSpPr>
            <p:cNvPr descr="7be8ae4e-5194-48ab-86aa-fa65bfc9a913" id="9" name="组合 8">
              <a:extLst>
                <a:ext uri="{FF2B5EF4-FFF2-40B4-BE49-F238E27FC236}">
                  <a16:creationId id="{1D462AB7-12AF-A54D-138E-917E7CC3CEDD}"/>
                </a:ext>
              </a:extLst>
            </p:cNvPr>
            <p:cNvGrpSpPr/>
            <p:nvPr/>
          </p:nvGrpSpPr>
          <p:grpSpPr>
            <a:xfrm>
              <a:off x="7894641" y="3808898"/>
              <a:ext cx="3624259" cy="2325202"/>
              <a:chOff x="660400" y="1130300"/>
              <a:chExt cx="3624259" cy="2325202"/>
            </a:xfrm>
          </p:grpSpPr>
          <p:sp>
            <p:nvSpPr>
              <p:cNvPr descr="63378f60-fd79-45f3-8813-022aaf73585b" id="10" name="Number4">
                <a:extLst>
                  <a:ext uri="{FF2B5EF4-FFF2-40B4-BE49-F238E27FC236}">
                    <a16:creationId id="{64761EE4-6E09-062F-A696-AF6115AEEB71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2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030e4e32-ef04-4c1c-a339-e7bf0ed7f101" id="11" name="Bullet4">
                <a:extLst>
                  <a:ext uri="{FF2B5EF4-FFF2-40B4-BE49-F238E27FC236}">
                    <a16:creationId id="{706ED57D-31D1-AC25-D868-80F983CBCA8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3" y="1130300"/>
                <a:ext cx="3126356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交互反馈</a:t>
                </a:r>
              </a:p>
            </p:txBody>
          </p:sp>
          <p:sp>
            <p:nvSpPr>
              <p:cNvPr descr="6888adcd-5875-4ca1-bc51-299429ee23dd" id="12" name="Text4">
                <a:extLst>
                  <a:ext uri="{FF2B5EF4-FFF2-40B4-BE49-F238E27FC236}">
                    <a16:creationId id="{C75EFE01-2002-6167-9C30-503C873E728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3" y="1602962"/>
                <a:ext cx="3126356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文件自动下载，提示 “日历文件已生成，请导入使用”。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日历导出功能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fdd7422-6c2c-4f23-a26f-d8911de0d8e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400" u="none">
                <a:solidFill>
                  <a:srgbClr val="FFFFFF"/>
                </a:solidFill>
                <a:ea typeface="微软雅黑"/>
              </a:rPr>
              <a:t>非功能需求</a:t>
            </a:r>
          </a:p>
        </p:txBody>
      </p:sp>
      <p:sp>
        <p:nvSpPr>
          <p:cNvPr descr="816a5328-e055-4120-bb73-d90b57599e16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FFFFFF"/>
                </a:solidFill>
                <a:ea typeface="微软雅黑"/>
              </a:rPr>
              <a:t>阐述系统性能、兼容性、安全性和可用性要求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5638d67-dac6-44cd-ab86-9c40e05c5b4d" id="34" name="579efca8-87ee-4f49-a227-08e25457077e.source.3.zh-Hans.pptx">
            <a:extLst>
              <a:ext uri="{FF2B5EF4-FFF2-40B4-BE49-F238E27FC236}">
                <a16:creationId id="{B80224A7-6529-C63D-4D04-D3128F7F93E3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1600a1f8-424d-4fab-98b4-0410de1bbdf2" id="12" name="Title">
              <a:extLst>
                <a:ext uri="{FF2B5EF4-FFF2-40B4-BE49-F238E27FC236}">
                  <a16:creationId id="{49DFC5AD-42AB-568C-0D76-760B761FAC7C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说明页面加载、接口响应及并发支持要求</a:t>
              </a:r>
            </a:p>
          </p:txBody>
        </p:sp>
        <p:grpSp>
          <p:nvGrpSpPr>
            <p:cNvPr descr="424e03bb-69bd-4d1f-b1e0-a8ecfcfa7c2b" id="21" name="组合 20">
              <a:extLst>
                <a:ext uri="{FF2B5EF4-FFF2-40B4-BE49-F238E27FC236}">
                  <a16:creationId id="{E6A4850E-69F3-4CAD-CAC8-7C54FBE9BD5E}"/>
                </a:ext>
              </a:extLst>
            </p:cNvPr>
            <p:cNvGrpSpPr/>
            <p:nvPr/>
          </p:nvGrpSpPr>
          <p:grpSpPr>
            <a:xfrm>
              <a:off x="1465920" y="1966174"/>
              <a:ext cx="2969251" cy="4167926"/>
              <a:chOff x="1465920" y="1966174"/>
              <a:chExt cx="2969251" cy="4167926"/>
            </a:xfrm>
          </p:grpSpPr>
          <p:sp>
            <p:nvSpPr>
              <p:cNvPr descr="1a17bbc9-54bc-4af0-83e0-cc9373fb464a" id="8" name="ComponentBackground1">
                <a:extLst>
                  <a:ext uri="{FF2B5EF4-FFF2-40B4-BE49-F238E27FC236}">
                    <a16:creationId id="{8F4B9615-3D87-4F1F-AC25-9599C5C83F12}"/>
                  </a:ext>
                </a:extLst>
              </p:cNvPr>
              <p:cNvSpPr/>
              <p:nvPr/>
            </p:nvSpPr>
            <p:spPr>
              <a:xfrm flipH="false" flipV="false">
                <a:off x="1465922" y="2915516"/>
                <a:ext cx="2969249" cy="3218584"/>
              </a:xfrm>
              <a:prstGeom prst="roundRect">
                <a:avLst>
                  <a:gd fmla="val 4000" name="adj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7c2055d2-2091-425a-adb1-9fbc586baa16" id="7" name="Number1">
                <a:extLst>
                  <a:ext uri="{FF2B5EF4-FFF2-40B4-BE49-F238E27FC236}">
                    <a16:creationId id="{26676DDA-B2EA-4AF3-8FF1-5085CD7A12F6}"/>
                  </a:ext>
                </a:extLst>
              </p:cNvPr>
              <p:cNvSpPr/>
              <p:nvPr/>
            </p:nvSpPr>
            <p:spPr>
              <a:xfrm flipH="false" flipV="false">
                <a:off x="2602983" y="1966174"/>
                <a:ext cx="695126" cy="695126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cap="rnd" w="1905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2F2F2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b7f5d90a-186b-42d7-b6ed-e8569aeff6e4" id="24" name="Bullet1">
                <a:extLst>
                  <a:ext uri="{FF2B5EF4-FFF2-40B4-BE49-F238E27FC236}">
                    <a16:creationId id="{C8E84E26-4C97-42BB-88E4-5A8019FFC07C}"/>
                  </a:ext>
                </a:extLst>
              </p:cNvPr>
              <p:cNvSpPr/>
              <p:nvPr/>
            </p:nvSpPr>
            <p:spPr>
              <a:xfrm flipH="false" flipV="false">
                <a:off x="1465921" y="3019418"/>
                <a:ext cx="2969249" cy="738723"/>
              </a:xfrm>
              <a:prstGeom prst="rect">
                <a:avLst/>
              </a:prstGeom>
              <a:ln>
                <a:noFill/>
              </a:ln>
            </p:spPr>
            <p:txBody>
              <a:bodyPr anchor="b" anchorCtr="true" bIns="45720" lIns="91440" rIns="91440" tIns="4572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页面加载时间</a:t>
                </a:r>
              </a:p>
            </p:txBody>
          </p:sp>
          <p:sp>
            <p:nvSpPr>
              <p:cNvPr descr="7fb56a68-c69f-4d40-8d1d-103c2016fe4a" id="25" name="Text1">
                <a:extLst>
                  <a:ext uri="{FF2B5EF4-FFF2-40B4-BE49-F238E27FC236}">
                    <a16:creationId id="{66EF14D6-E917-4AD3-AF24-02389F4903CC}"/>
                  </a:ext>
                </a:extLst>
              </p:cNvPr>
              <p:cNvSpPr/>
              <p:nvPr/>
            </p:nvSpPr>
            <p:spPr>
              <a:xfrm flipH="false" flipV="false">
                <a:off x="1465920" y="3758141"/>
                <a:ext cx="2969249" cy="1881698"/>
              </a:xfrm>
              <a:prstGeom prst="rect">
                <a:avLst/>
              </a:prstGeom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首屏（登录页）≤2 秒，其他页面≤1.5 秒。</a:t>
                </a:r>
              </a:p>
            </p:txBody>
          </p:sp>
        </p:grpSp>
        <p:grpSp>
          <p:nvGrpSpPr>
            <p:cNvPr descr="e18ebae4-3a24-453f-a94f-8580b18367df" id="22" name="组合 21">
              <a:extLst>
                <a:ext uri="{FF2B5EF4-FFF2-40B4-BE49-F238E27FC236}">
                  <a16:creationId id="{03AB4CBE-50A4-A488-E840-AC909ED0D06A}"/>
                </a:ext>
              </a:extLst>
            </p:cNvPr>
            <p:cNvGrpSpPr/>
            <p:nvPr/>
          </p:nvGrpSpPr>
          <p:grpSpPr>
            <a:xfrm>
              <a:off x="4605023" y="1966174"/>
              <a:ext cx="2969253" cy="4167926"/>
              <a:chOff x="4605023" y="1966174"/>
              <a:chExt cx="2969253" cy="4167926"/>
            </a:xfrm>
          </p:grpSpPr>
          <p:sp>
            <p:nvSpPr>
              <p:cNvPr descr="993eb7bd-17d7-46e0-95bb-76a34a744038" id="9" name="ComponentBackground2">
                <a:extLst>
                  <a:ext uri="{FF2B5EF4-FFF2-40B4-BE49-F238E27FC236}">
                    <a16:creationId id="{32B48078-8D93-452C-9E67-63FCF20E5084}"/>
                  </a:ext>
                </a:extLst>
              </p:cNvPr>
              <p:cNvSpPr/>
              <p:nvPr/>
            </p:nvSpPr>
            <p:spPr>
              <a:xfrm flipH="false" flipV="false">
                <a:off x="4605027" y="2915516"/>
                <a:ext cx="2969249" cy="3218584"/>
              </a:xfrm>
              <a:prstGeom prst="roundRect">
                <a:avLst>
                  <a:gd fmla="val 4000" name="adj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d10f21b8-fb8d-4f6c-a70a-019a29a3ac0e" id="6" name="Number2">
                <a:extLst>
                  <a:ext uri="{FF2B5EF4-FFF2-40B4-BE49-F238E27FC236}">
                    <a16:creationId id="{6013CCEF-4C39-44F6-B3F1-D69150DDEA98}"/>
                  </a:ext>
                </a:extLst>
              </p:cNvPr>
              <p:cNvSpPr/>
              <p:nvPr/>
            </p:nvSpPr>
            <p:spPr>
              <a:xfrm flipH="false" flipV="false">
                <a:off x="5742088" y="1966174"/>
                <a:ext cx="695126" cy="695126"/>
              </a:xfrm>
              <a:prstGeom prst="ellipse">
                <a:avLst/>
              </a:prstGeom>
              <a:solidFill>
                <a:schemeClr val="accent1"/>
              </a:solidFill>
              <a:ln cap="rnd" w="1905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1b0f73a6-23c6-457f-886f-16a5d5d4b855" id="27" name="Bullet2">
                <a:extLst>
                  <a:ext uri="{FF2B5EF4-FFF2-40B4-BE49-F238E27FC236}">
                    <a16:creationId id="{7EF7057D-86EF-4AB9-AC19-930F6C7272E8}"/>
                  </a:ext>
                </a:extLst>
              </p:cNvPr>
              <p:cNvSpPr/>
              <p:nvPr/>
            </p:nvSpPr>
            <p:spPr>
              <a:xfrm flipH="false" flipV="false">
                <a:off x="4605025" y="3035509"/>
                <a:ext cx="2969249" cy="738723"/>
              </a:xfrm>
              <a:prstGeom prst="rect">
                <a:avLst/>
              </a:prstGeom>
              <a:ln>
                <a:noFill/>
              </a:ln>
            </p:spPr>
            <p:txBody>
              <a:bodyPr anchor="b" anchorCtr="true" bIns="45720" lIns="91440" rIns="91440" tIns="4572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162FEA"/>
                    </a:solidFill>
                    <a:ea typeface="微软雅黑"/>
                  </a:rPr>
                  <a:t>接口响应时间</a:t>
                </a:r>
              </a:p>
            </p:txBody>
          </p:sp>
          <p:sp>
            <p:nvSpPr>
              <p:cNvPr descr="a3ae5e3a-70f0-4e36-ae74-e0f430d8db1d" id="28" name="Text2">
                <a:extLst>
                  <a:ext uri="{FF2B5EF4-FFF2-40B4-BE49-F238E27FC236}">
                    <a16:creationId id="{5112C24A-8CC0-44B2-BC3C-3AE4FC4302CD}"/>
                  </a:ext>
                </a:extLst>
              </p:cNvPr>
              <p:cNvSpPr/>
              <p:nvPr/>
            </p:nvSpPr>
            <p:spPr>
              <a:xfrm flipH="false" flipV="false">
                <a:off x="4605023" y="3774232"/>
                <a:ext cx="2969249" cy="1881698"/>
              </a:xfrm>
              <a:prstGeom prst="rect">
                <a:avLst/>
              </a:prstGeom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用户注册 / 登录≤500ms，文件上传≤10 秒（20MB 文件），AI 分析结果查询≤1 秒。</a:t>
                </a:r>
              </a:p>
            </p:txBody>
          </p:sp>
        </p:grpSp>
        <p:grpSp>
          <p:nvGrpSpPr>
            <p:cNvPr descr="2678579c-3e7a-4fba-ad69-6afbc7513b13" id="23" name="组合 22">
              <a:extLst>
                <a:ext uri="{FF2B5EF4-FFF2-40B4-BE49-F238E27FC236}">
                  <a16:creationId id="{4EC60931-64E2-BD83-A94C-5622BD883AE9}"/>
                </a:ext>
              </a:extLst>
            </p:cNvPr>
            <p:cNvGrpSpPr/>
            <p:nvPr/>
          </p:nvGrpSpPr>
          <p:grpSpPr>
            <a:xfrm>
              <a:off x="7744130" y="1966174"/>
              <a:ext cx="2969250" cy="4167926"/>
              <a:chOff x="7744130" y="1966174"/>
              <a:chExt cx="2969250" cy="4167926"/>
            </a:xfrm>
          </p:grpSpPr>
          <p:sp>
            <p:nvSpPr>
              <p:cNvPr descr="4d732ad4-615c-4627-b964-c7ac6d153e3d" id="10" name="ComponentBackground3">
                <a:extLst>
                  <a:ext uri="{FF2B5EF4-FFF2-40B4-BE49-F238E27FC236}">
                    <a16:creationId id="{A7C8C3A4-A33E-469B-A2AC-4E7D42EFD112}"/>
                  </a:ext>
                </a:extLst>
              </p:cNvPr>
              <p:cNvSpPr/>
              <p:nvPr/>
            </p:nvSpPr>
            <p:spPr>
              <a:xfrm flipH="false" flipV="false">
                <a:off x="7744131" y="2915516"/>
                <a:ext cx="2969249" cy="3218584"/>
              </a:xfrm>
              <a:prstGeom prst="roundRect">
                <a:avLst>
                  <a:gd fmla="val 4000" name="adj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6019c5b3-b214-4ca7-91ae-33d2d1677fcb" id="5" name="Number3">
                <a:extLst>
                  <a:ext uri="{FF2B5EF4-FFF2-40B4-BE49-F238E27FC236}">
                    <a16:creationId id="{2AD9ACF9-7528-4B3B-8C94-DCB6E0D0F552}"/>
                  </a:ext>
                </a:extLst>
              </p:cNvPr>
              <p:cNvSpPr/>
              <p:nvPr/>
            </p:nvSpPr>
            <p:spPr>
              <a:xfrm flipH="false" flipV="false">
                <a:off x="8881193" y="1966174"/>
                <a:ext cx="695126" cy="695126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cap="rnd" w="1905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b="true" i="false" lang="en-US" sz="1600" u="none">
                    <a:solidFill>
                      <a:srgbClr val="2F2F2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abbaf01d-1603-4a82-919a-c9ff6d8fa3fc" id="30" name="Bullet3">
                <a:extLst>
                  <a:ext uri="{FF2B5EF4-FFF2-40B4-BE49-F238E27FC236}">
                    <a16:creationId id="{D2640B60-0E63-4436-893C-271E159457F7}"/>
                  </a:ext>
                </a:extLst>
              </p:cNvPr>
              <p:cNvSpPr/>
              <p:nvPr/>
            </p:nvSpPr>
            <p:spPr>
              <a:xfrm flipH="false" flipV="false">
                <a:off x="7744131" y="3035509"/>
                <a:ext cx="2969249" cy="738723"/>
              </a:xfrm>
              <a:prstGeom prst="rect">
                <a:avLst/>
              </a:prstGeom>
              <a:ln>
                <a:noFill/>
              </a:ln>
            </p:spPr>
            <p:txBody>
              <a:bodyPr anchor="b" anchorCtr="true" bIns="45720" lIns="91440" rIns="91440" tIns="4572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并发支持</a:t>
                </a:r>
              </a:p>
            </p:txBody>
          </p:sp>
          <p:sp>
            <p:nvSpPr>
              <p:cNvPr descr="5d7af755-aef7-45c7-b13c-9117d8c7e2ce" id="31" name="Text3">
                <a:extLst>
                  <a:ext uri="{FF2B5EF4-FFF2-40B4-BE49-F238E27FC236}">
                    <a16:creationId id="{C7A3D784-08F7-4689-A220-F2393854C660}"/>
                  </a:ext>
                </a:extLst>
              </p:cNvPr>
              <p:cNvSpPr/>
              <p:nvPr/>
            </p:nvSpPr>
            <p:spPr>
              <a:xfrm flipH="false" flipV="false">
                <a:off x="7744130" y="3774232"/>
                <a:ext cx="2969249" cy="1881698"/>
              </a:xfrm>
              <a:prstGeom prst="rect">
                <a:avLst/>
              </a:prstGeom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latin typeface="Arial"/>
                  </a:rPr>
                  <a:t>MVP 阶段支持≤50 个同时在线用户。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性能要求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9c9abb9f-4684-4de5-bb2c-84dc24034875" id="13" name="09be54f3-9f2e-4957-a5ab-a501d434eb6c.source.2.zh-Hans.pptx">
            <a:extLst>
              <a:ext uri="{FF2B5EF4-FFF2-40B4-BE49-F238E27FC236}">
                <a16:creationId id="{D8C46FEE-196F-4557-1B4D-C4CE408DAE09}"/>
              </a:ext>
            </a:extLst>
          </p:cNvPr>
          <p:cNvGrpSpPr/>
          <p:nvPr/>
        </p:nvGrpSpPr>
        <p:grpSpPr>
          <a:xfrm>
            <a:off x="660400" y="1130300"/>
            <a:ext cx="10860086" cy="5013325"/>
            <a:chOff x="660400" y="1130300"/>
            <a:chExt cx="10860086" cy="5013325"/>
          </a:xfrm>
        </p:grpSpPr>
        <p:grpSp>
          <p:nvGrpSpPr>
            <p:cNvPr descr="7cefd913-c2a6-49a4-9c0b-e3576f3dfe83" id="12" name="组合 11">
              <a:extLst>
                <a:ext uri="{FF2B5EF4-FFF2-40B4-BE49-F238E27FC236}">
                  <a16:creationId id="{6C7F3C7C-D980-5F16-8603-499A7DC374F6}"/>
                </a:ext>
              </a:extLst>
            </p:cNvPr>
            <p:cNvGrpSpPr/>
            <p:nvPr/>
          </p:nvGrpSpPr>
          <p:grpSpPr>
            <a:xfrm>
              <a:off x="669925" y="2576807"/>
              <a:ext cx="10850561" cy="3566818"/>
              <a:chOff x="669925" y="2576807"/>
              <a:chExt cx="10850561" cy="3566818"/>
            </a:xfrm>
          </p:grpSpPr>
          <p:grpSp>
            <p:nvGrpSpPr>
              <p:cNvPr descr="01055597-cfa1-4beb-9ce2-d7a8db001970" id="10" name="组合 9">
                <a:extLst>
                  <a:ext uri="{FF2B5EF4-FFF2-40B4-BE49-F238E27FC236}">
                    <a16:creationId id="{0E30EA7F-E81C-6CE3-1EAD-C309426EA64A}"/>
                  </a:ext>
                </a:extLst>
              </p:cNvPr>
              <p:cNvGrpSpPr/>
              <p:nvPr/>
            </p:nvGrpSpPr>
            <p:grpSpPr>
              <a:xfrm>
                <a:off x="669925" y="2576807"/>
                <a:ext cx="5246075" cy="3566818"/>
                <a:chOff x="669925" y="2576807"/>
                <a:chExt cx="5246075" cy="3566818"/>
              </a:xfrm>
            </p:grpSpPr>
            <p:sp>
              <p:nvSpPr>
                <p:cNvPr descr="b37758d7-d996-469e-9090-dd2c4e635e8a" id="3" name="任意多边形: 形状 2">
                  <a:extLst>
                    <a:ext uri="{FF2B5EF4-FFF2-40B4-BE49-F238E27FC236}">
                      <a16:creationId id="{D870ECC7-68CB-4B8A-97E4-AE564DB64E31}"/>
                    </a:ext>
                  </a:extLst>
                </p:cNvPr>
                <p:cNvSpPr/>
                <p:nvPr/>
              </p:nvSpPr>
              <p:spPr bwMode="auto">
                <a:xfrm flipH="false" flipV="false">
                  <a:off x="669925" y="3262823"/>
                  <a:ext cx="5246075" cy="2880802"/>
                </a:xfrm>
                <a:custGeom>
                  <a:avLst/>
                  <a:gdLst>
                    <a:gd fmla="*/ 0 w 1720" name="T0"/>
                    <a:gd fmla="*/ 0 h 1961" name="T1"/>
                    <a:gd fmla="*/ 2147483646 w 1720" name="T2"/>
                    <a:gd fmla="*/ 0 h 1961" name="T3"/>
                    <a:gd fmla="*/ 2147483646 w 1720" name="T4"/>
                    <a:gd fmla="*/ 2147483646 h 1961" name="T5"/>
                    <a:gd fmla="*/ 0 60000 65536" name="T6"/>
                    <a:gd fmla="*/ 0 60000 65536" name="T7"/>
                    <a:gd fmla="*/ 0 60000 65536" name="T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b="b" l="0" r="r" t="0"/>
                  <a:pathLst>
                    <a:path h="1961" w="1720">
                      <a:moveTo>
                        <a:pt x="0" y="0"/>
                      </a:moveTo>
                      <a:lnTo>
                        <a:pt x="1720" y="0"/>
                      </a:lnTo>
                      <a:lnTo>
                        <a:pt x="1720" y="1961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tx2">
                      <a:alpha val="50000"/>
                    </a:schemeClr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algn="ctr" dir="2700000" dist="35921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false" bIns="0" lIns="0" rIns="0" tIns="0" wrap="none"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descr="e89b95ee-3b1b-4318-95e3-b498d64eaff0" id="5" name="Bullet1">
                  <a:extLst>
                    <a:ext uri="{FF2B5EF4-FFF2-40B4-BE49-F238E27FC236}">
                      <a16:creationId id="{967AA1C6-39DA-4E34-A18C-41642C5D3DD6}"/>
                    </a:ext>
                  </a:extLst>
                </p:cNvPr>
                <p:cNvSpPr txBox="1"/>
                <p:nvPr/>
              </p:nvSpPr>
              <p:spPr bwMode="auto">
                <a:xfrm flipH="false" flipV="false">
                  <a:off x="688989" y="2576807"/>
                  <a:ext cx="5227011" cy="6812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b" anchorCtr="false" bIns="46800" lIns="90000" rIns="90000" tIns="46800" wrap="square">
                  <a:normAutofit/>
                </a:bodyPr>
                <a:lstStyle>
                  <a:defPPr>
                    <a:defRPr lang="zh-CN"/>
                  </a:defPPr>
                  <a:lvl1pPr algn="l" defTabSz="914377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377" eaLnBrk="1" hangingPunct="1" latinLnBrk="0" marL="457189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377" eaLnBrk="1" hangingPunct="1" latinLnBrk="0" marL="914377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377" eaLnBrk="1" hangingPunct="1" latinLnBrk="0" marL="1371566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377" eaLnBrk="1" hangingPunct="1" latinLnBrk="0" marL="1828754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377" eaLnBrk="1" hangingPunct="1" latinLnBrk="0" marL="2285943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377" eaLnBrk="1" hangingPunct="1" latinLnBrk="0" marL="2743131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377" eaLnBrk="1" hangingPunct="1" latinLnBrk="0" marL="320032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377" eaLnBrk="1" hangingPunct="1" latinLnBrk="0" marL="3657509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浏览器兼容</a:t>
                  </a:r>
                </a:p>
              </p:txBody>
            </p:sp>
            <p:sp>
              <p:nvSpPr>
                <p:cNvPr descr="4a993b70-5cdf-41d4-bc62-21ee7732cf6c" id="7" name="Text1">
                  <a:extLst>
                    <a:ext uri="{FF2B5EF4-FFF2-40B4-BE49-F238E27FC236}">
                      <a16:creationId id="{E3ED1172-A76E-4692-BF1A-AE872C5C97CD}"/>
                    </a:ext>
                  </a:extLst>
                </p:cNvPr>
                <p:cNvSpPr/>
                <p:nvPr/>
              </p:nvSpPr>
              <p:spPr>
                <a:xfrm flipH="false" flipV="false">
                  <a:off x="687279" y="3349834"/>
                  <a:ext cx="5228721" cy="13341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t" anchorCtr="false" lIns="9000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兼容Chrome（≥90 版本）、Firefox（≥88 版本）、Edge（≥90 版本）。</a:t>
                  </a:r>
                </a:p>
              </p:txBody>
            </p:sp>
          </p:grpSp>
          <p:grpSp>
            <p:nvGrpSpPr>
              <p:cNvPr descr="13c36d9f-8410-4653-bab9-81bc528153e1" id="11" name="组合 10">
                <a:extLst>
                  <a:ext uri="{FF2B5EF4-FFF2-40B4-BE49-F238E27FC236}">
                    <a16:creationId id="{0593C5AB-711D-B6DA-73B2-71FA083DC408}"/>
                  </a:ext>
                </a:extLst>
              </p:cNvPr>
              <p:cNvGrpSpPr/>
              <p:nvPr/>
            </p:nvGrpSpPr>
            <p:grpSpPr>
              <a:xfrm>
                <a:off x="6274290" y="2576807"/>
                <a:ext cx="5246196" cy="3566818"/>
                <a:chOff x="6274290" y="2576807"/>
                <a:chExt cx="5246196" cy="3566818"/>
              </a:xfrm>
            </p:grpSpPr>
            <p:sp>
              <p:nvSpPr>
                <p:cNvPr descr="2d18a830-c3da-49f1-911b-360faef68543" id="4" name="任意多边形: 形状 3">
                  <a:extLst>
                    <a:ext uri="{FF2B5EF4-FFF2-40B4-BE49-F238E27FC236}">
                      <a16:creationId id="{80C484B5-88EF-4118-AF78-C6EB481111B4}"/>
                    </a:ext>
                  </a:extLst>
                </p:cNvPr>
                <p:cNvSpPr/>
                <p:nvPr/>
              </p:nvSpPr>
              <p:spPr bwMode="auto">
                <a:xfrm flipH="true" flipV="false">
                  <a:off x="6274411" y="3262823"/>
                  <a:ext cx="5246075" cy="2880802"/>
                </a:xfrm>
                <a:custGeom>
                  <a:avLst/>
                  <a:gdLst>
                    <a:gd fmla="*/ 0 w 1720" name="T0"/>
                    <a:gd fmla="*/ 0 h 1961" name="T1"/>
                    <a:gd fmla="*/ 2147483646 w 1720" name="T2"/>
                    <a:gd fmla="*/ 0 h 1961" name="T3"/>
                    <a:gd fmla="*/ 2147483646 w 1720" name="T4"/>
                    <a:gd fmla="*/ 2147483646 h 1961" name="T5"/>
                    <a:gd fmla="*/ 0 60000 65536" name="T6"/>
                    <a:gd fmla="*/ 0 60000 65536" name="T7"/>
                    <a:gd fmla="*/ 0 60000 65536" name="T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b="b" l="0" r="r" t="0"/>
                  <a:pathLst>
                    <a:path h="1961" w="1720">
                      <a:moveTo>
                        <a:pt x="0" y="0"/>
                      </a:moveTo>
                      <a:lnTo>
                        <a:pt x="1720" y="0"/>
                      </a:lnTo>
                      <a:lnTo>
                        <a:pt x="1720" y="1961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tx2">
                      <a:alpha val="50000"/>
                    </a:schemeClr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algn="ctr" dir="2700000" dist="35921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false" bIns="0" lIns="0" rIns="0" tIns="0" wrap="none"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descr="7e83e922-ddf8-4eca-9438-7a7fa5a3ef7c" id="6" name="Bullet2">
                  <a:extLst>
                    <a:ext uri="{FF2B5EF4-FFF2-40B4-BE49-F238E27FC236}">
                      <a16:creationId id="{388EFF00-7AE2-443E-A1FB-863CF6AFCD8F}"/>
                    </a:ext>
                  </a:extLst>
                </p:cNvPr>
                <p:cNvSpPr txBox="1"/>
                <p:nvPr/>
              </p:nvSpPr>
              <p:spPr bwMode="auto">
                <a:xfrm flipH="false" flipV="false">
                  <a:off x="6276000" y="2576807"/>
                  <a:ext cx="5227011" cy="6812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b" anchorCtr="false" bIns="46800" lIns="90000" rIns="90000" tIns="46800" wrap="square">
                  <a:normAutofit/>
                </a:bodyPr>
                <a:lstStyle>
                  <a:defPPr>
                    <a:defRPr lang="zh-CN"/>
                  </a:defPPr>
                  <a:lvl1pPr algn="l" defTabSz="914377" eaLnBrk="1" hangingPunct="1" latinLnBrk="0" marL="0" rtl="0">
                    <a:defRPr kern="1200" sz="1800">
                      <a:solidFill>
                        <a:schemeClr val="tx1"/>
                      </a:solidFill>
                    </a:defRPr>
                  </a:lvl1pPr>
                  <a:lvl2pPr algn="l" defTabSz="914377" eaLnBrk="1" hangingPunct="1" latinLnBrk="0" marL="457189" rtl="0">
                    <a:defRPr kern="1200" sz="1800">
                      <a:solidFill>
                        <a:schemeClr val="tx1"/>
                      </a:solidFill>
                    </a:defRPr>
                  </a:lvl2pPr>
                  <a:lvl3pPr algn="l" defTabSz="914377" eaLnBrk="1" hangingPunct="1" latinLnBrk="0" marL="914377" rtl="0">
                    <a:defRPr kern="1200" sz="1800">
                      <a:solidFill>
                        <a:schemeClr val="tx1"/>
                      </a:solidFill>
                    </a:defRPr>
                  </a:lvl3pPr>
                  <a:lvl4pPr algn="l" defTabSz="914377" eaLnBrk="1" hangingPunct="1" latinLnBrk="0" marL="1371566" rtl="0">
                    <a:defRPr kern="1200" sz="1800">
                      <a:solidFill>
                        <a:schemeClr val="tx1"/>
                      </a:solidFill>
                    </a:defRPr>
                  </a:lvl4pPr>
                  <a:lvl5pPr algn="l" defTabSz="914377" eaLnBrk="1" hangingPunct="1" latinLnBrk="0" marL="1828754" rtl="0">
                    <a:defRPr kern="1200" sz="1800">
                      <a:solidFill>
                        <a:schemeClr val="tx1"/>
                      </a:solidFill>
                    </a:defRPr>
                  </a:lvl5pPr>
                  <a:lvl6pPr algn="l" defTabSz="914377" eaLnBrk="1" hangingPunct="1" latinLnBrk="0" marL="2285943" rtl="0">
                    <a:defRPr kern="1200" sz="1800">
                      <a:solidFill>
                        <a:schemeClr val="tx1"/>
                      </a:solidFill>
                    </a:defRPr>
                  </a:lvl6pPr>
                  <a:lvl7pPr algn="l" defTabSz="914377" eaLnBrk="1" hangingPunct="1" latinLnBrk="0" marL="2743131" rtl="0">
                    <a:defRPr kern="1200" sz="1800">
                      <a:solidFill>
                        <a:schemeClr val="tx1"/>
                      </a:solidFill>
                    </a:defRPr>
                  </a:lvl7pPr>
                  <a:lvl8pPr algn="l" defTabSz="914377" eaLnBrk="1" hangingPunct="1" latinLnBrk="0" marL="3200320" rtl="0">
                    <a:defRPr kern="1200" sz="1800">
                      <a:solidFill>
                        <a:schemeClr val="tx1"/>
                      </a:solidFill>
                    </a:defRPr>
                  </a:lvl8pPr>
                  <a:lvl9pPr algn="l" defTabSz="914377" eaLnBrk="1" hangingPunct="1" latinLnBrk="0" marL="3657509" rtl="0">
                    <a:defRPr kern="1200" sz="18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设备兼容</a:t>
                  </a:r>
                </a:p>
              </p:txBody>
            </p:sp>
            <p:sp>
              <p:nvSpPr>
                <p:cNvPr descr="be55eb98-fe5a-4a9a-a5e4-0201833137eb" id="8" name="Text2">
                  <a:extLst>
                    <a:ext uri="{FF2B5EF4-FFF2-40B4-BE49-F238E27FC236}">
                      <a16:creationId id="{8C3B396D-E4F4-44EB-BB78-F6A62AB7D9FC}"/>
                    </a:ext>
                  </a:extLst>
                </p:cNvPr>
                <p:cNvSpPr/>
                <p:nvPr/>
              </p:nvSpPr>
              <p:spPr>
                <a:xfrm flipH="false" flipV="false">
                  <a:off x="6274290" y="3349834"/>
                  <a:ext cx="5228721" cy="13341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t" anchorCtr="false" lIns="9000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兼容桌面端（分辨率≥1366×768）、平板端（≥768×1024）。</a:t>
                  </a:r>
                </a:p>
              </p:txBody>
            </p:sp>
          </p:grpSp>
        </p:grpSp>
        <p:sp>
          <p:nvSpPr>
            <p:cNvPr descr="3e001d0d-78c4-41c8-9ebd-3f6290889360" id="9" name="Title">
              <a:extLst>
                <a:ext uri="{FF2B5EF4-FFF2-40B4-BE49-F238E27FC236}">
                  <a16:creationId id="{FCF2EDB9-179B-6C13-5701-BAAF9EAB99DE}"/>
                </a:ext>
              </a:extLst>
            </p:cNvPr>
            <p:cNvSpPr/>
            <p:nvPr/>
          </p:nvSpPr>
          <p:spPr>
            <a:xfrm flipH="false" flipV="false">
              <a:off x="660400" y="1130300"/>
              <a:ext cx="10858500" cy="681247"/>
            </a:xfrm>
            <a:prstGeom prst="rect">
              <a:avLst/>
            </a:prstGeom>
          </p:spPr>
          <p:txBody>
            <a:bodyPr anchor="t" anchorCtr="true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说明浏览器与设备兼容要求</a:t>
              </a:r>
            </a:p>
          </p:txBody>
        </p: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兼容性要求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992af2e-9cf9-4f63-8305-8fe2e85a1ff4" id="8" name="0eecb8d6-8b3f-4d1a-945d-4cfc17f2c8ad.source.4.zh-Hans.pptx">
            <a:extLst>
              <a:ext uri="{FF2B5EF4-FFF2-40B4-BE49-F238E27FC236}">
                <a16:creationId id="{95AEADA2-84DF-91DF-FC6C-AADF30D2E88B}"/>
              </a:ext>
            </a:extLst>
          </p:cNvPr>
          <p:cNvGrpSpPr/>
          <p:nvPr/>
        </p:nvGrpSpPr>
        <p:grpSpPr>
          <a:xfrm>
            <a:off x="660400" y="1130300"/>
            <a:ext cx="10858500" cy="4778946"/>
            <a:chOff x="660400" y="1130300"/>
            <a:chExt cx="10858500" cy="4778946"/>
          </a:xfrm>
        </p:grpSpPr>
        <p:grpSp>
          <p:nvGrpSpPr>
            <p:cNvPr descr="c2a98db4-03d4-4d74-8615-445646b1b3f8" id="7" name="组合 6">
              <a:extLst>
                <a:ext uri="{FF2B5EF4-FFF2-40B4-BE49-F238E27FC236}">
                  <a16:creationId id="{11470389-1231-6426-E036-75A09FBEE117}"/>
                </a:ext>
              </a:extLst>
            </p:cNvPr>
            <p:cNvGrpSpPr/>
            <p:nvPr/>
          </p:nvGrpSpPr>
          <p:grpSpPr>
            <a:xfrm>
              <a:off x="1112120" y="2123164"/>
              <a:ext cx="9967760" cy="3786082"/>
              <a:chOff x="1112120" y="2123164"/>
              <a:chExt cx="9967760" cy="3786082"/>
            </a:xfrm>
          </p:grpSpPr>
          <p:grpSp>
            <p:nvGrpSpPr>
              <p:cNvPr descr="27576131-22ec-4ae1-bb6a-eb8c9090dfe1" id="31" name="组合 30">
                <a:extLst>
                  <a:ext uri="{FF2B5EF4-FFF2-40B4-BE49-F238E27FC236}">
                    <a16:creationId id="{012361B6-43E1-459E-9358-5725C8E3DFC5}"/>
                  </a:ext>
                </a:extLst>
              </p:cNvPr>
              <p:cNvGrpSpPr/>
              <p:nvPr/>
            </p:nvGrpSpPr>
            <p:grpSpPr>
              <a:xfrm>
                <a:off x="1112120" y="2123164"/>
                <a:ext cx="2421302" cy="2655683"/>
                <a:chOff x="1284893" y="2498651"/>
                <a:chExt cx="2421302" cy="2655683"/>
              </a:xfrm>
            </p:grpSpPr>
            <p:sp>
              <p:nvSpPr>
                <p:cNvPr descr="925a1ac2-f3ce-4dc6-9d20-c09ae20ba9cb" id="29" name="任意多边形 28">
                  <a:extLst>
                    <a:ext uri="{FF2B5EF4-FFF2-40B4-BE49-F238E27FC236}">
                      <a16:creationId id="{98B4286C-2B36-45EE-98ED-7E699CF95A47}"/>
                    </a:ext>
                  </a:extLst>
                </p:cNvPr>
                <p:cNvSpPr/>
                <p:nvPr/>
              </p:nvSpPr>
              <p:spPr>
                <a:xfrm flipH="false" flipV="false">
                  <a:off x="1631200" y="2498651"/>
                  <a:ext cx="1728688" cy="2655683"/>
                </a:xfrm>
                <a:custGeom>
                  <a:avLst/>
                  <a:gdLst>
                    <a:gd fmla="*/ 710698 w 1421396" name="connsiteX0"/>
                    <a:gd fmla="*/ 0 h 2361445" name="connsiteY0"/>
                    <a:gd fmla="*/ 1421396 w 1421396" name="connsiteX1"/>
                    <a:gd fmla="*/ 461726 h 2361445" name="connsiteY1"/>
                    <a:gd fmla="*/ 1421396 w 1421396" name="connsiteX2"/>
                    <a:gd fmla="*/ 1899719 h 2361445" name="connsiteY2"/>
                    <a:gd fmla="*/ 710698 w 1421396" name="connsiteX3"/>
                    <a:gd fmla="*/ 2361445 h 2361445" name="connsiteY3"/>
                    <a:gd fmla="*/ 0 w 1421396" name="connsiteX4"/>
                    <a:gd fmla="*/ 1899719 h 2361445" name="connsiteY4"/>
                    <a:gd fmla="*/ 0 w 1421396" name="connsiteX5"/>
                    <a:gd fmla="*/ 461726 h 2361445" name="connsiteY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b="b" l="l" r="r" t="t"/>
                  <a:pathLst>
                    <a:path h="2361445" w="1421396">
                      <a:moveTo>
                        <a:pt x="710698" y="0"/>
                      </a:moveTo>
                      <a:lnTo>
                        <a:pt x="1421396" y="461726"/>
                      </a:lnTo>
                      <a:lnTo>
                        <a:pt x="1421396" y="1899719"/>
                      </a:lnTo>
                      <a:lnTo>
                        <a:pt x="710698" y="2361445"/>
                      </a:lnTo>
                      <a:lnTo>
                        <a:pt x="0" y="1899719"/>
                      </a:lnTo>
                      <a:lnTo>
                        <a:pt x="0" y="461726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>
                  <a:solidFill>
                    <a:srgbClr val="FFFFFF">
                      <a:alpha val="29804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square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descr="26c81dfd-5a82-4672-99f5-66d3f7add609" id="23" name="Number1">
                  <a:extLst>
                    <a:ext uri="{FF2B5EF4-FFF2-40B4-BE49-F238E27FC236}">
                      <a16:creationId id="{33DCFACB-1741-4592-AE20-974476B86C71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159617" y="2498651"/>
                  <a:ext cx="671854" cy="639412"/>
                </a:xfrm>
                <a:prstGeom prst="rect">
                  <a:avLst/>
                </a:prstGeom>
                <a:noFill/>
              </p:spPr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162FEA"/>
                      </a:solidFill>
                      <a:latin typeface="Arial"/>
                    </a:rPr>
                    <a:t>01</a:t>
                  </a:r>
                </a:p>
              </p:txBody>
            </p:sp>
            <p:sp>
              <p:nvSpPr>
                <p:cNvPr descr="6092c0dd-418f-4684-a882-6b5c1e90461a" id="24" name="Bullet1">
                  <a:extLst>
                    <a:ext uri="{FF2B5EF4-FFF2-40B4-BE49-F238E27FC236}">
                      <a16:creationId id="{863FDE53-1688-4823-8A9E-7010F6BC96EB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259278"/>
                  <a:ext cx="2421302" cy="609074"/>
                </a:xfrm>
                <a:prstGeom prst="rect">
                  <a:avLst/>
                </a:prstGeom>
                <a:noFill/>
                <a:effectLst/>
              </p:spPr>
              <p:txBody>
                <a:bodyPr anchor="b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密码安全</a:t>
                  </a:r>
                </a:p>
              </p:txBody>
            </p:sp>
            <p:sp>
              <p:nvSpPr>
                <p:cNvPr descr="2fd6da78-fa78-4af4-aa45-3e45d518fc4d" id="30" name="Text1">
                  <a:extLst>
                    <a:ext uri="{FF2B5EF4-FFF2-40B4-BE49-F238E27FC236}">
                      <a16:creationId id="{EA4D93C3-7281-447E-8EA5-AB7B03EB1EB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868352"/>
                  <a:ext cx="2421302" cy="1104436"/>
                </a:xfrm>
                <a:prstGeom prst="rect">
                  <a:avLst/>
                </a:prstGeom>
                <a:noFill/>
              </p:spPr>
              <p:txBody>
                <a:bodyPr anchor="t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使用bcrypt加密存储，不明文传输。</a:t>
                  </a:r>
                </a:p>
              </p:txBody>
            </p:sp>
          </p:grpSp>
          <p:grpSp>
            <p:nvGrpSpPr>
              <p:cNvPr descr="5b00b0c3-63bc-48c3-8741-1c829cfb13c8" id="32" name="组合 31">
                <a:extLst>
                  <a:ext uri="{FF2B5EF4-FFF2-40B4-BE49-F238E27FC236}">
                    <a16:creationId id="{6CC5716B-1E4F-46C7-B8EF-56A516A902A4}"/>
                  </a:ext>
                </a:extLst>
              </p:cNvPr>
              <p:cNvGrpSpPr/>
              <p:nvPr/>
            </p:nvGrpSpPr>
            <p:grpSpPr>
              <a:xfrm>
                <a:off x="3627606" y="3253563"/>
                <a:ext cx="2421302" cy="2655683"/>
                <a:chOff x="1284893" y="2498651"/>
                <a:chExt cx="2421302" cy="2655683"/>
              </a:xfrm>
            </p:grpSpPr>
            <p:sp>
              <p:nvSpPr>
                <p:cNvPr descr="c9f4140b-e927-42c5-9c72-905ba2ddbda1" id="33" name="任意多边形 32">
                  <a:extLst>
                    <a:ext uri="{FF2B5EF4-FFF2-40B4-BE49-F238E27FC236}">
                      <a16:creationId id="{D345C135-6216-4FE3-8CC0-C775E645BFBF}"/>
                    </a:ext>
                  </a:extLst>
                </p:cNvPr>
                <p:cNvSpPr/>
                <p:nvPr/>
              </p:nvSpPr>
              <p:spPr>
                <a:xfrm flipH="false" flipV="false">
                  <a:off x="1631200" y="2498651"/>
                  <a:ext cx="1728688" cy="2655683"/>
                </a:xfrm>
                <a:custGeom>
                  <a:avLst/>
                  <a:gdLst>
                    <a:gd fmla="*/ 710698 w 1421396" name="connsiteX0"/>
                    <a:gd fmla="*/ 0 h 2361445" name="connsiteY0"/>
                    <a:gd fmla="*/ 1421396 w 1421396" name="connsiteX1"/>
                    <a:gd fmla="*/ 461726 h 2361445" name="connsiteY1"/>
                    <a:gd fmla="*/ 1421396 w 1421396" name="connsiteX2"/>
                    <a:gd fmla="*/ 1899719 h 2361445" name="connsiteY2"/>
                    <a:gd fmla="*/ 710698 w 1421396" name="connsiteX3"/>
                    <a:gd fmla="*/ 2361445 h 2361445" name="connsiteY3"/>
                    <a:gd fmla="*/ 0 w 1421396" name="connsiteX4"/>
                    <a:gd fmla="*/ 1899719 h 2361445" name="connsiteY4"/>
                    <a:gd fmla="*/ 0 w 1421396" name="connsiteX5"/>
                    <a:gd fmla="*/ 461726 h 2361445" name="connsiteY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b="b" l="l" r="r" t="t"/>
                  <a:pathLst>
                    <a:path h="2361445" w="1421396">
                      <a:moveTo>
                        <a:pt x="710698" y="0"/>
                      </a:moveTo>
                      <a:lnTo>
                        <a:pt x="1421396" y="461726"/>
                      </a:lnTo>
                      <a:lnTo>
                        <a:pt x="1421396" y="1899719"/>
                      </a:lnTo>
                      <a:lnTo>
                        <a:pt x="710698" y="2361445"/>
                      </a:lnTo>
                      <a:lnTo>
                        <a:pt x="0" y="1899719"/>
                      </a:lnTo>
                      <a:lnTo>
                        <a:pt x="0" y="461726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>
                  <a:solidFill>
                    <a:srgbClr val="FFFFFF">
                      <a:alpha val="29804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square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descr="242e796d-194d-4629-82cf-1432bf53ba51" id="34" name="Number2">
                  <a:extLst>
                    <a:ext uri="{FF2B5EF4-FFF2-40B4-BE49-F238E27FC236}">
                      <a16:creationId id="{E0A3C4D7-07E1-4713-AF00-3756754170B2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159617" y="2498651"/>
                  <a:ext cx="671854" cy="639412"/>
                </a:xfrm>
                <a:prstGeom prst="rect">
                  <a:avLst/>
                </a:prstGeom>
                <a:noFill/>
              </p:spPr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162FEA"/>
                      </a:solidFill>
                      <a:latin typeface="Arial"/>
                    </a:rPr>
                    <a:t>02</a:t>
                  </a:r>
                </a:p>
              </p:txBody>
            </p:sp>
            <p:sp>
              <p:nvSpPr>
                <p:cNvPr descr="07b61192-083d-495a-8c2b-3605129b23f4" id="35" name="Bullet2">
                  <a:extLst>
                    <a:ext uri="{FF2B5EF4-FFF2-40B4-BE49-F238E27FC236}">
                      <a16:creationId id="{E0257023-7CFF-4D09-A676-C20586C7C0CB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259278"/>
                  <a:ext cx="2421302" cy="609074"/>
                </a:xfrm>
                <a:prstGeom prst="rect">
                  <a:avLst/>
                </a:prstGeom>
                <a:noFill/>
                <a:effectLst/>
              </p:spPr>
              <p:txBody>
                <a:bodyPr anchor="b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接口安全</a:t>
                  </a:r>
                </a:p>
              </p:txBody>
            </p:sp>
            <p:sp>
              <p:nvSpPr>
                <p:cNvPr descr="fa302217-d1b1-4d72-8f04-13628f4d468f" id="36" name="Text2">
                  <a:extLst>
                    <a:ext uri="{FF2B5EF4-FFF2-40B4-BE49-F238E27FC236}">
                      <a16:creationId id="{C5F685F9-E57E-4A41-BC6A-2A0D1C9E586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868352"/>
                  <a:ext cx="2421302" cy="1104436"/>
                </a:xfrm>
                <a:prstGeom prst="rect">
                  <a:avLst/>
                </a:prstGeom>
                <a:noFill/>
              </p:spPr>
              <p:txBody>
                <a:bodyPr anchor="t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所有需登录接口添加JWT令牌校验，非法请求返回 401 状态码。</a:t>
                  </a:r>
                </a:p>
              </p:txBody>
            </p:sp>
          </p:grpSp>
          <p:grpSp>
            <p:nvGrpSpPr>
              <p:cNvPr descr="4aa5bd50-054b-4205-ac5a-28639016252b" id="37" name="组合 36">
                <a:extLst>
                  <a:ext uri="{FF2B5EF4-FFF2-40B4-BE49-F238E27FC236}">
                    <a16:creationId id="{4FEB7DB2-AB36-4F27-8ABA-5F5EA6F689B2}"/>
                  </a:ext>
                </a:extLst>
              </p:cNvPr>
              <p:cNvGrpSpPr/>
              <p:nvPr/>
            </p:nvGrpSpPr>
            <p:grpSpPr>
              <a:xfrm>
                <a:off x="6143092" y="2123164"/>
                <a:ext cx="2421302" cy="2655683"/>
                <a:chOff x="1284893" y="2498651"/>
                <a:chExt cx="2421302" cy="2655683"/>
              </a:xfrm>
            </p:grpSpPr>
            <p:sp>
              <p:nvSpPr>
                <p:cNvPr descr="96f329cd-5e0e-4ca6-bf8b-53632f66c075" id="38" name="任意多边形 37">
                  <a:extLst>
                    <a:ext uri="{FF2B5EF4-FFF2-40B4-BE49-F238E27FC236}">
                      <a16:creationId id="{20C11821-9251-4F43-AF54-C6894364BFE0}"/>
                    </a:ext>
                  </a:extLst>
                </p:cNvPr>
                <p:cNvSpPr/>
                <p:nvPr/>
              </p:nvSpPr>
              <p:spPr>
                <a:xfrm flipH="false" flipV="false">
                  <a:off x="1631200" y="2498651"/>
                  <a:ext cx="1728688" cy="2655683"/>
                </a:xfrm>
                <a:custGeom>
                  <a:avLst/>
                  <a:gdLst>
                    <a:gd fmla="*/ 710698 w 1421396" name="connsiteX0"/>
                    <a:gd fmla="*/ 0 h 2361445" name="connsiteY0"/>
                    <a:gd fmla="*/ 1421396 w 1421396" name="connsiteX1"/>
                    <a:gd fmla="*/ 461726 h 2361445" name="connsiteY1"/>
                    <a:gd fmla="*/ 1421396 w 1421396" name="connsiteX2"/>
                    <a:gd fmla="*/ 1899719 h 2361445" name="connsiteY2"/>
                    <a:gd fmla="*/ 710698 w 1421396" name="connsiteX3"/>
                    <a:gd fmla="*/ 2361445 h 2361445" name="connsiteY3"/>
                    <a:gd fmla="*/ 0 w 1421396" name="connsiteX4"/>
                    <a:gd fmla="*/ 1899719 h 2361445" name="connsiteY4"/>
                    <a:gd fmla="*/ 0 w 1421396" name="connsiteX5"/>
                    <a:gd fmla="*/ 461726 h 2361445" name="connsiteY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b="b" l="l" r="r" t="t"/>
                  <a:pathLst>
                    <a:path h="2361445" w="1421396">
                      <a:moveTo>
                        <a:pt x="710698" y="0"/>
                      </a:moveTo>
                      <a:lnTo>
                        <a:pt x="1421396" y="461726"/>
                      </a:lnTo>
                      <a:lnTo>
                        <a:pt x="1421396" y="1899719"/>
                      </a:lnTo>
                      <a:lnTo>
                        <a:pt x="710698" y="2361445"/>
                      </a:lnTo>
                      <a:lnTo>
                        <a:pt x="0" y="1899719"/>
                      </a:lnTo>
                      <a:lnTo>
                        <a:pt x="0" y="461726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>
                  <a:solidFill>
                    <a:srgbClr val="FFFFFF">
                      <a:alpha val="29804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square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descr="203d4e5f-fd46-42cc-8caf-a3845befbee1" id="39" name="Number3">
                  <a:extLst>
                    <a:ext uri="{FF2B5EF4-FFF2-40B4-BE49-F238E27FC236}">
                      <a16:creationId id="{A71F0ACF-D8A6-4E12-8E70-57CE4F94D522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159617" y="2498651"/>
                  <a:ext cx="671854" cy="639412"/>
                </a:xfrm>
                <a:prstGeom prst="rect">
                  <a:avLst/>
                </a:prstGeom>
                <a:noFill/>
              </p:spPr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162FEA"/>
                      </a:solidFill>
                      <a:latin typeface="Arial"/>
                    </a:rPr>
                    <a:t>03</a:t>
                  </a:r>
                </a:p>
              </p:txBody>
            </p:sp>
            <p:sp>
              <p:nvSpPr>
                <p:cNvPr descr="2bc8b660-8c43-42ca-b427-e89c140e4dc3" id="40" name="Bullet3">
                  <a:extLst>
                    <a:ext uri="{FF2B5EF4-FFF2-40B4-BE49-F238E27FC236}">
                      <a16:creationId id="{E9ECFA57-E051-43CA-B269-6E33D910CBB2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259278"/>
                  <a:ext cx="2421302" cy="609074"/>
                </a:xfrm>
                <a:prstGeom prst="rect">
                  <a:avLst/>
                </a:prstGeom>
                <a:noFill/>
                <a:effectLst/>
              </p:spPr>
              <p:txBody>
                <a:bodyPr anchor="b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文件安全</a:t>
                  </a:r>
                </a:p>
              </p:txBody>
            </p:sp>
            <p:sp>
              <p:nvSpPr>
                <p:cNvPr descr="761c6039-09e5-4561-856a-0587f41c214c" id="41" name="Text3">
                  <a:extLst>
                    <a:ext uri="{FF2B5EF4-FFF2-40B4-BE49-F238E27FC236}">
                      <a16:creationId id="{8FF71507-63BA-416D-B469-06AACE4DEEA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868352"/>
                  <a:ext cx="2421302" cy="1104436"/>
                </a:xfrm>
                <a:prstGeom prst="rect">
                  <a:avLst/>
                </a:prstGeom>
                <a:noFill/>
              </p:spPr>
              <p:txBody>
                <a:bodyPr anchor="t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合同文件按用户 ID 分目录存储，防止越权访问。</a:t>
                  </a:r>
                </a:p>
              </p:txBody>
            </p:sp>
          </p:grpSp>
          <p:grpSp>
            <p:nvGrpSpPr>
              <p:cNvPr descr="c008676a-334e-4472-b874-e3dae81d67c4" id="42" name="组合 41">
                <a:extLst>
                  <a:ext uri="{FF2B5EF4-FFF2-40B4-BE49-F238E27FC236}">
                    <a16:creationId id="{60615A13-E0C4-47C4-BCF0-46557132B2DF}"/>
                  </a:ext>
                </a:extLst>
              </p:cNvPr>
              <p:cNvGrpSpPr/>
              <p:nvPr/>
            </p:nvGrpSpPr>
            <p:grpSpPr>
              <a:xfrm>
                <a:off x="8658578" y="3253563"/>
                <a:ext cx="2421302" cy="2655683"/>
                <a:chOff x="1284893" y="2498651"/>
                <a:chExt cx="2421302" cy="2655683"/>
              </a:xfrm>
            </p:grpSpPr>
            <p:sp>
              <p:nvSpPr>
                <p:cNvPr descr="12430679-6bbd-40f7-882e-b170b954eecc" id="43" name="任意多边形 42">
                  <a:extLst>
                    <a:ext uri="{FF2B5EF4-FFF2-40B4-BE49-F238E27FC236}">
                      <a16:creationId id="{E7E8DC4B-89BA-43A1-B517-99D0D4B64B1E}"/>
                    </a:ext>
                  </a:extLst>
                </p:cNvPr>
                <p:cNvSpPr/>
                <p:nvPr/>
              </p:nvSpPr>
              <p:spPr>
                <a:xfrm flipH="false" flipV="false">
                  <a:off x="1631200" y="2498651"/>
                  <a:ext cx="1728688" cy="2655683"/>
                </a:xfrm>
                <a:custGeom>
                  <a:avLst/>
                  <a:gdLst>
                    <a:gd fmla="*/ 710698 w 1421396" name="connsiteX0"/>
                    <a:gd fmla="*/ 0 h 2361445" name="connsiteY0"/>
                    <a:gd fmla="*/ 1421396 w 1421396" name="connsiteX1"/>
                    <a:gd fmla="*/ 461726 h 2361445" name="connsiteY1"/>
                    <a:gd fmla="*/ 1421396 w 1421396" name="connsiteX2"/>
                    <a:gd fmla="*/ 1899719 h 2361445" name="connsiteY2"/>
                    <a:gd fmla="*/ 710698 w 1421396" name="connsiteX3"/>
                    <a:gd fmla="*/ 2361445 h 2361445" name="connsiteY3"/>
                    <a:gd fmla="*/ 0 w 1421396" name="connsiteX4"/>
                    <a:gd fmla="*/ 1899719 h 2361445" name="connsiteY4"/>
                    <a:gd fmla="*/ 0 w 1421396" name="connsiteX5"/>
                    <a:gd fmla="*/ 461726 h 2361445" name="connsiteY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b="b" l="l" r="r" t="t"/>
                  <a:pathLst>
                    <a:path h="2361445" w="1421396">
                      <a:moveTo>
                        <a:pt x="710698" y="0"/>
                      </a:moveTo>
                      <a:lnTo>
                        <a:pt x="1421396" y="461726"/>
                      </a:lnTo>
                      <a:lnTo>
                        <a:pt x="1421396" y="1899719"/>
                      </a:lnTo>
                      <a:lnTo>
                        <a:pt x="710698" y="2361445"/>
                      </a:lnTo>
                      <a:lnTo>
                        <a:pt x="0" y="1899719"/>
                      </a:lnTo>
                      <a:lnTo>
                        <a:pt x="0" y="461726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>
                  <a:solidFill>
                    <a:srgbClr val="FFFFFF">
                      <a:alpha val="29804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square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descr="356ddd36-7b7c-4ef2-97f6-821ce2018def" id="44" name="Number4">
                  <a:extLst>
                    <a:ext uri="{FF2B5EF4-FFF2-40B4-BE49-F238E27FC236}">
                      <a16:creationId id="{427D4623-2448-41F4-83F8-363EDFC0B06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159617" y="2498651"/>
                  <a:ext cx="671854" cy="639412"/>
                </a:xfrm>
                <a:prstGeom prst="rect">
                  <a:avLst/>
                </a:prstGeom>
                <a:noFill/>
              </p:spPr>
              <p:txBody>
                <a:bodyPr anchor="ctr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162FEA"/>
                      </a:solidFill>
                      <a:latin typeface="Arial"/>
                    </a:rPr>
                    <a:t>04</a:t>
                  </a:r>
                </a:p>
              </p:txBody>
            </p:sp>
            <p:sp>
              <p:nvSpPr>
                <p:cNvPr descr="51d4cbcc-619d-409b-9bba-8fb2fe0e20fb" id="45" name="Bullet4">
                  <a:extLst>
                    <a:ext uri="{FF2B5EF4-FFF2-40B4-BE49-F238E27FC236}">
                      <a16:creationId id="{47388D62-144D-49DC-950D-C84EDFE964CA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259278"/>
                  <a:ext cx="2421302" cy="609074"/>
                </a:xfrm>
                <a:prstGeom prst="rect">
                  <a:avLst/>
                </a:prstGeom>
                <a:noFill/>
                <a:effectLst/>
              </p:spPr>
              <p:txBody>
                <a:bodyPr anchor="b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数据安全</a:t>
                  </a:r>
                </a:p>
              </p:txBody>
            </p:sp>
            <p:sp>
              <p:nvSpPr>
                <p:cNvPr descr="da9314b3-0036-4f03-95b5-a37568d0f7ea" id="46" name="Text4">
                  <a:extLst>
                    <a:ext uri="{FF2B5EF4-FFF2-40B4-BE49-F238E27FC236}">
                      <a16:creationId id="{7F75C101-DF3D-4FB5-B182-B6E201673E9A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84893" y="3868352"/>
                  <a:ext cx="2421302" cy="1104436"/>
                </a:xfrm>
                <a:prstGeom prst="rect">
                  <a:avLst/>
                </a:prstGeom>
                <a:noFill/>
              </p:spPr>
              <p:txBody>
                <a:bodyPr anchor="t" anchorCtr="true" rtlCol="0" wrap="square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微软雅黑"/>
                    </a:rPr>
                    <a:t>用户数据与合同数据隔离，分析结果仅所属用户可见。</a:t>
                  </a:r>
                </a:p>
              </p:txBody>
            </p:sp>
          </p:grpSp>
        </p:grpSp>
        <p:sp>
          <p:nvSpPr>
            <p:cNvPr descr="9b48f53d-2ad2-4ce1-af5c-6bd008d10914" id="6" name="Title">
              <a:extLst>
                <a:ext uri="{FF2B5EF4-FFF2-40B4-BE49-F238E27FC236}">
                  <a16:creationId id="{87704CE9-8EAB-F064-AC37-F888978286FC}"/>
                </a:ext>
              </a:extLst>
            </p:cNvPr>
            <p:cNvSpPr/>
            <p:nvPr/>
          </p:nvSpPr>
          <p:spPr>
            <a:xfrm flipH="false" flipV="false">
              <a:off x="660400" y="1130300"/>
              <a:ext cx="10858500" cy="833966"/>
            </a:xfrm>
            <a:prstGeom prst="rect">
              <a:avLst/>
            </a:prstGeom>
          </p:spPr>
          <p:txBody>
            <a:bodyPr anchor="t" anchorCtr="true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介绍密码、接口、文件和数据安全要求</a:t>
              </a:r>
            </a:p>
          </p:txBody>
        </p: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安全性要求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a313828-23d7-4ea6-a4e2-97ee082f97f9" id="24" name="1ad6fde6-1572-4922-bad7-3146316565f6.source.3.zh-Hans.pptx">
            <a:extLst>
              <a:ext uri="{FF2B5EF4-FFF2-40B4-BE49-F238E27FC236}">
                <a16:creationId id="{7809B40B-192C-6250-8CE4-147206FB5BCC}"/>
              </a:ext>
            </a:extLst>
          </p:cNvPr>
          <p:cNvGrpSpPr/>
          <p:nvPr/>
        </p:nvGrpSpPr>
        <p:grpSpPr>
          <a:xfrm>
            <a:off x="660399" y="1130301"/>
            <a:ext cx="10858501" cy="5003795"/>
            <a:chOff x="660399" y="1130301"/>
            <a:chExt cx="10858501" cy="5003795"/>
          </a:xfrm>
        </p:grpSpPr>
        <p:cxnSp>
          <p:nvCxnSpPr>
            <p:cNvPr descr="eb042e3b-6ba3-4304-b57f-3120ef31f38f" id="17" name="îşļíďè">
              <a:extLst>
                <a:ext uri="{FF2B5EF4-FFF2-40B4-BE49-F238E27FC236}">
                  <a16:creationId id="{5439FB8A-7CCB-1C8A-7E55-AA3555D4BFDA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d7dcc802-cb71-42af-b023-188947ab3857" id="13" name="ï$ḻîḍê">
              <a:extLst>
                <a:ext uri="{FF2B5EF4-FFF2-40B4-BE49-F238E27FC236}">
                  <a16:creationId id="{A194B0C8-26D0-D0B1-C339-BCE958625BC4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279874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ec58f2f-b911-4d0c-bc9b-e5b61574e760" id="9" name="iṥ1iḍè">
              <a:extLst>
                <a:ext uri="{FF2B5EF4-FFF2-40B4-BE49-F238E27FC236}">
                  <a16:creationId id="{8298C47B-959B-0CA9-C441-307AF3DE82C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899348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8a5f2bcd-343d-4af2-843e-6b16756c1800" id="33" name="ïsļiḓê">
              <a:extLst>
                <a:ext uri="{FF2B5EF4-FFF2-40B4-BE49-F238E27FC236}">
                  <a16:creationId id="{2D9906CE-7182-5270-4691-198CD9C3B243}"/>
                </a:ext>
              </a:extLst>
            </p:cNvPr>
            <p:cNvSpPr/>
            <p:nvPr/>
          </p:nvSpPr>
          <p:spPr>
            <a:xfrm flipH="false" flipV="false">
              <a:off x="787722" y="2945916"/>
              <a:ext cx="289367" cy="249454"/>
            </a:xfrm>
            <a:prstGeom prst="triangl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8cf3dad6-1407-46a7-8363-078115023d1d" id="36" name="îṣļíḋè">
              <a:extLst>
                <a:ext uri="{FF2B5EF4-FFF2-40B4-BE49-F238E27FC236}">
                  <a16:creationId id="{FAE909FB-65ED-D03E-153E-D59D02C6F65B}"/>
                </a:ext>
              </a:extLst>
            </p:cNvPr>
            <p:cNvSpPr/>
            <p:nvPr/>
          </p:nvSpPr>
          <p:spPr>
            <a:xfrm flipH="false" flipV="false">
              <a:off x="8026504" y="2945916"/>
              <a:ext cx="289367" cy="249454"/>
            </a:xfrm>
            <a:prstGeom prst="triangl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9464846d-a8a1-474a-9e8a-d0c1d3fb34d5" id="8" name="Title">
              <a:extLst>
                <a:ext uri="{FF2B5EF4-FFF2-40B4-BE49-F238E27FC236}">
                  <a16:creationId id="{A175D9ED-5BF4-8B31-D7F2-4FA140414543}"/>
                </a:ext>
              </a:extLst>
            </p:cNvPr>
            <p:cNvSpPr txBox="1"/>
            <p:nvPr/>
          </p:nvSpPr>
          <p:spPr>
            <a:xfrm flipH="false" flipV="false">
              <a:off x="660400" y="1130301"/>
              <a:ext cx="10858500" cy="854234"/>
            </a:xfrm>
            <a:prstGeom prst="rect">
              <a:avLst/>
            </a:prstGeom>
            <a:noFill/>
          </p:spPr>
          <p:txBody>
            <a:bodyPr anchor="t" anchorCtr="true" rtlCol="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2F2F2F"/>
                  </a:solidFill>
                  <a:ea typeface="微软雅黑"/>
                </a:rPr>
                <a:t>说明错误处理、操作指引和异常恢复要求</a:t>
              </a:r>
            </a:p>
          </p:txBody>
        </p:sp>
        <p:grpSp>
          <p:nvGrpSpPr>
            <p:cNvPr descr="c2744d88-33de-49f8-bb2d-9ae01060d453" id="20" name="组合 19">
              <a:extLst>
                <a:ext uri="{FF2B5EF4-FFF2-40B4-BE49-F238E27FC236}">
                  <a16:creationId id="{2BE4DC0F-BC5C-6586-C1AB-5DA4581BEAD8}"/>
                </a:ext>
              </a:extLst>
            </p:cNvPr>
            <p:cNvGrpSpPr/>
            <p:nvPr/>
          </p:nvGrpSpPr>
          <p:grpSpPr>
            <a:xfrm>
              <a:off x="660399" y="2265454"/>
              <a:ext cx="3170987" cy="3868642"/>
              <a:chOff x="660399" y="2265454"/>
              <a:chExt cx="3170987" cy="3868642"/>
            </a:xfrm>
          </p:grpSpPr>
          <p:sp>
            <p:nvSpPr>
              <p:cNvPr descr="17a67c16-ea9b-447d-9703-1cfcfdf48912" id="15" name="Number1">
                <a:extLst>
                  <a:ext uri="{FF2B5EF4-FFF2-40B4-BE49-F238E27FC236}">
                    <a16:creationId id="{DD140F51-3781-C6A2-1134-EA9A7972B0B5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265454"/>
                <a:ext cx="1197544" cy="648997"/>
              </a:xfrm>
              <a:prstGeom prst="rect">
                <a:avLst/>
              </a:prstGeom>
              <a:noFill/>
            </p:spPr>
            <p:txBody>
              <a:bodyPr anchor="b" anchorCtr="false" bIns="108000" lIns="108000" rIns="108000" rtlCol="0" tIns="108000" wrap="none">
                <a:sp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162FEA"/>
                    </a:solidFill>
                    <a:latin typeface="Arial"/>
                  </a:rPr>
                  <a:t>Step1</a:t>
                </a:r>
              </a:p>
            </p:txBody>
          </p:sp>
          <p:sp>
            <p:nvSpPr>
              <p:cNvPr descr="77489ed9-327d-4f72-a399-50748c153c8b" id="32" name="Text1">
                <a:extLst>
                  <a:ext uri="{FF2B5EF4-FFF2-40B4-BE49-F238E27FC236}">
                    <a16:creationId id="{03550386-3F3D-04A7-EBA9-43A53B8E16E4}"/>
                  </a:ext>
                </a:extLst>
              </p:cNvPr>
              <p:cNvSpPr/>
              <p:nvPr/>
            </p:nvSpPr>
            <p:spPr>
              <a:xfrm flipH="false" flipV="false">
                <a:off x="660566" y="3195370"/>
                <a:ext cx="3170820" cy="236075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lIns="180000" rIns="180000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所有操作失败均给出明确提示（如网络错误、文件格式错误），提供重试路径。</a:t>
                </a:r>
              </a:p>
            </p:txBody>
          </p:sp>
          <p:sp>
            <p:nvSpPr>
              <p:cNvPr descr="26add5cb-a4a5-4e00-b6a9-0c4f92edb2d8" id="10" name="Bullet1">
                <a:extLst>
                  <a:ext uri="{FF2B5EF4-FFF2-40B4-BE49-F238E27FC236}">
                    <a16:creationId id="{D80BAB5D-C990-BCAA-7D6F-305A29B7B73A}"/>
                  </a:ext>
                </a:extLst>
              </p:cNvPr>
              <p:cNvSpPr txBox="1"/>
              <p:nvPr/>
            </p:nvSpPr>
            <p:spPr>
              <a:xfrm flipH="false" flipV="false">
                <a:off x="660399" y="5556123"/>
                <a:ext cx="3170819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错误处理</a:t>
                </a:r>
              </a:p>
            </p:txBody>
          </p:sp>
        </p:grpSp>
        <p:grpSp>
          <p:nvGrpSpPr>
            <p:cNvPr descr="1c8a6a96-e3a2-4630-b01b-fa53763f8301" id="21" name="组合 20">
              <a:extLst>
                <a:ext uri="{FF2B5EF4-FFF2-40B4-BE49-F238E27FC236}">
                  <a16:creationId id="{1B15C15F-0010-0DF8-6285-DE01F22DC55F}"/>
                </a:ext>
              </a:extLst>
            </p:cNvPr>
            <p:cNvGrpSpPr/>
            <p:nvPr/>
          </p:nvGrpSpPr>
          <p:grpSpPr>
            <a:xfrm>
              <a:off x="4279789" y="2265454"/>
              <a:ext cx="3170988" cy="3868642"/>
              <a:chOff x="4279789" y="2265454"/>
              <a:chExt cx="3170988" cy="3868642"/>
            </a:xfrm>
          </p:grpSpPr>
          <p:sp>
            <p:nvSpPr>
              <p:cNvPr descr="3fddfd0a-4deb-4568-8b2a-92e8bcd20437" id="11" name="Number2">
                <a:extLst>
                  <a:ext uri="{FF2B5EF4-FFF2-40B4-BE49-F238E27FC236}">
                    <a16:creationId id="{E613D7D2-6081-7A8A-0758-2C8E38CCB295}"/>
                  </a:ext>
                </a:extLst>
              </p:cNvPr>
              <p:cNvSpPr txBox="1"/>
              <p:nvPr/>
            </p:nvSpPr>
            <p:spPr>
              <a:xfrm flipH="false" flipV="false">
                <a:off x="4279874" y="2265454"/>
                <a:ext cx="1197544" cy="648997"/>
              </a:xfrm>
              <a:prstGeom prst="rect">
                <a:avLst/>
              </a:prstGeom>
              <a:noFill/>
            </p:spPr>
            <p:txBody>
              <a:bodyPr anchor="b" anchorCtr="false" bIns="108000" lIns="108000" rIns="108000" rtlCol="0" tIns="108000" wrap="none">
                <a:sp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162FEA"/>
                    </a:solidFill>
                    <a:latin typeface="Arial"/>
                  </a:rPr>
                  <a:t>Step2</a:t>
                </a:r>
              </a:p>
            </p:txBody>
          </p:sp>
          <p:sp>
            <p:nvSpPr>
              <p:cNvPr descr="dd0f3fee-21fc-48ca-a596-9301bc122554" id="12" name="Bullet2">
                <a:extLst>
                  <a:ext uri="{FF2B5EF4-FFF2-40B4-BE49-F238E27FC236}">
                    <a16:creationId id="{91CD7A54-2AD3-1B9E-CE70-77AADE73E2E3}"/>
                  </a:ext>
                </a:extLst>
              </p:cNvPr>
              <p:cNvSpPr txBox="1"/>
              <p:nvPr/>
            </p:nvSpPr>
            <p:spPr>
              <a:xfrm flipH="false" flipV="false">
                <a:off x="4279789" y="5556123"/>
                <a:ext cx="3170819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操作指引</a:t>
                </a:r>
              </a:p>
            </p:txBody>
          </p:sp>
          <p:sp>
            <p:nvSpPr>
              <p:cNvPr descr="7d427b29-28ce-4b3f-a103-cf0255f4945c" id="19" name="Text2">
                <a:extLst>
                  <a:ext uri="{FF2B5EF4-FFF2-40B4-BE49-F238E27FC236}">
                    <a16:creationId id="{7C48174C-0BCD-4BF1-635F-DCA8BC72BC9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279957" y="2987026"/>
                <a:ext cx="3170820" cy="2569097"/>
              </a:xfrm>
              <a:custGeom>
                <a:avLst/>
                <a:gdLst>
                  <a:gd fmla="*/ 346919 w 3170820" name="connsiteX0"/>
                  <a:gd fmla="*/ 0 h 2569097" name="connsiteY0"/>
                  <a:gd fmla="*/ 474472 w 3170820" name="connsiteX1"/>
                  <a:gd fmla="*/ 219919 h 2569097" name="connsiteY1"/>
                  <a:gd fmla="*/ 3170820 w 3170820" name="connsiteX2"/>
                  <a:gd fmla="*/ 219919 h 2569097" name="connsiteY2"/>
                  <a:gd fmla="*/ 3170820 w 3170820" name="connsiteX3"/>
                  <a:gd fmla="*/ 2569097 h 2569097" name="connsiteY3"/>
                  <a:gd fmla="*/ 0 w 3170820" name="connsiteX4"/>
                  <a:gd fmla="*/ 2569097 h 2569097" name="connsiteY4"/>
                  <a:gd fmla="*/ 0 w 3170820" name="connsiteX5"/>
                  <a:gd fmla="*/ 219919 h 2569097" name="connsiteY5"/>
                  <a:gd fmla="*/ 219366 w 3170820" name="connsiteX6"/>
                  <a:gd fmla="*/ 219919 h 2569097" name="connsiteY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b="b" l="l" r="r" t="t"/>
                <a:pathLst>
                  <a:path h="2569097" w="3170820">
                    <a:moveTo>
                      <a:pt x="346919" y="0"/>
                    </a:moveTo>
                    <a:lnTo>
                      <a:pt x="474472" y="219919"/>
                    </a:lnTo>
                    <a:lnTo>
                      <a:pt x="3170820" y="219919"/>
                    </a:lnTo>
                    <a:lnTo>
                      <a:pt x="3170820" y="2569097"/>
                    </a:lnTo>
                    <a:lnTo>
                      <a:pt x="0" y="2569097"/>
                    </a:lnTo>
                    <a:lnTo>
                      <a:pt x="0" y="219919"/>
                    </a:lnTo>
                    <a:lnTo>
                      <a:pt x="219366" y="21991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关键功能（如上传、导出）配简单图标或文字提示。</a:t>
                </a:r>
              </a:p>
            </p:txBody>
          </p:sp>
        </p:grpSp>
        <p:grpSp>
          <p:nvGrpSpPr>
            <p:cNvPr descr="c311646a-9492-4586-ae54-e3cc6f11529e" id="22" name="组合 21">
              <a:extLst>
                <a:ext uri="{FF2B5EF4-FFF2-40B4-BE49-F238E27FC236}">
                  <a16:creationId id="{E7EBC914-E52B-CB76-E405-072ACC1514A6}"/>
                </a:ext>
              </a:extLst>
            </p:cNvPr>
            <p:cNvGrpSpPr/>
            <p:nvPr/>
          </p:nvGrpSpPr>
          <p:grpSpPr>
            <a:xfrm>
              <a:off x="7899011" y="2265454"/>
              <a:ext cx="3171157" cy="3868642"/>
              <a:chOff x="7899011" y="2265454"/>
              <a:chExt cx="3171157" cy="3868642"/>
            </a:xfrm>
          </p:grpSpPr>
          <p:sp>
            <p:nvSpPr>
              <p:cNvPr descr="5faf5f98-8ccd-4088-be2c-5cf03b700a00" id="7" name="Number3">
                <a:extLst>
                  <a:ext uri="{FF2B5EF4-FFF2-40B4-BE49-F238E27FC236}">
                    <a16:creationId id="{448D75CA-9483-20F1-C8E0-B5D0CCBF5304}"/>
                  </a:ext>
                </a:extLst>
              </p:cNvPr>
              <p:cNvSpPr txBox="1"/>
              <p:nvPr/>
            </p:nvSpPr>
            <p:spPr>
              <a:xfrm flipH="false" flipV="false">
                <a:off x="7899348" y="2265454"/>
                <a:ext cx="1197544" cy="648997"/>
              </a:xfrm>
              <a:prstGeom prst="rect">
                <a:avLst/>
              </a:prstGeom>
              <a:noFill/>
            </p:spPr>
            <p:txBody>
              <a:bodyPr anchor="b" anchorCtr="false" bIns="108000" lIns="108000" rIns="108000" rtlCol="0" tIns="108000" wrap="none">
                <a:sp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162FEA"/>
                    </a:solidFill>
                    <a:latin typeface="Arial"/>
                  </a:rPr>
                  <a:t>Step3</a:t>
                </a:r>
              </a:p>
            </p:txBody>
          </p:sp>
          <p:sp>
            <p:nvSpPr>
              <p:cNvPr descr="05dd4ce7-f317-4aab-b588-d0874a1edc0c" id="35" name="Text3">
                <a:extLst>
                  <a:ext uri="{FF2B5EF4-FFF2-40B4-BE49-F238E27FC236}">
                    <a16:creationId id="{99079722-0F5D-3769-D472-357C75683622}"/>
                  </a:ext>
                </a:extLst>
              </p:cNvPr>
              <p:cNvSpPr/>
              <p:nvPr/>
            </p:nvSpPr>
            <p:spPr>
              <a:xfrm flipH="false" flipV="false">
                <a:off x="7899348" y="3195370"/>
                <a:ext cx="3170820" cy="236075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lIns="180000" rIns="180000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latin typeface="Arial"/>
                  </a:rPr>
                  <a:t>AI 分析失败后支持手动重试（点击重试按钮重新触发分析）。</a:t>
                </a:r>
              </a:p>
            </p:txBody>
          </p:sp>
          <p:sp>
            <p:nvSpPr>
              <p:cNvPr descr="82c9f8a6-99c5-4ea8-b1c0-47fb611a6fb3" id="14" name="Bullet3">
                <a:extLst>
                  <a:ext uri="{FF2B5EF4-FFF2-40B4-BE49-F238E27FC236}">
                    <a16:creationId id="{67DE17D8-EAC8-C761-751B-1B8E43A400C3}"/>
                  </a:ext>
                </a:extLst>
              </p:cNvPr>
              <p:cNvSpPr txBox="1"/>
              <p:nvPr/>
            </p:nvSpPr>
            <p:spPr>
              <a:xfrm flipH="false" flipV="false">
                <a:off x="7899011" y="5556123"/>
                <a:ext cx="3170819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异常恢复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可用性要求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fdd7422-6c2c-4f23-a26f-d8911de0d8e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400" u="none">
                <a:solidFill>
                  <a:srgbClr val="FFFFFF"/>
                </a:solidFill>
                <a:ea typeface="微软雅黑"/>
              </a:rPr>
              <a:t>验收标准</a:t>
            </a:r>
          </a:p>
        </p:txBody>
      </p:sp>
      <p:sp>
        <p:nvSpPr>
          <p:cNvPr descr="816a5328-e055-4120-bb73-d90b57599e16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FFFFFF"/>
                </a:solidFill>
                <a:ea typeface="微软雅黑"/>
              </a:rPr>
              <a:t>列出系统各项功能及需求的验收标准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fa0ece3a-169e-4ce4-8bab-d9fc30cfe699" id="4" name="99115942-fd79-4eba-a13f-5bd825e58577.source.6.zh-Hans.pptx">
            <a:extLst>
              <a:ext uri="{FF2B5EF4-FFF2-40B4-BE49-F238E27FC236}">
                <a16:creationId id="{98873CA9-2ECF-F0C0-F40E-E7C0ED42157D}"/>
              </a:ext>
            </a:extLst>
          </p:cNvPr>
          <p:cNvGrpSpPr/>
          <p:nvPr/>
        </p:nvGrpSpPr>
        <p:grpSpPr>
          <a:xfrm>
            <a:off x="-12700" y="1130300"/>
            <a:ext cx="11531600" cy="5003794"/>
            <a:chOff x="-12700" y="1130300"/>
            <a:chExt cx="11531600" cy="5003794"/>
          </a:xfrm>
        </p:grpSpPr>
        <p:sp>
          <p:nvSpPr>
            <p:cNvPr descr="e1b9b6a8-4cb6-402b-b646-25fd3c089d14" id="2" name="Shape">
              <a:extLst>
                <a:ext uri="{FF2B5EF4-FFF2-40B4-BE49-F238E27FC236}">
                  <a16:creationId id="{8D2A6E26-725E-AFC0-5724-8AE08A00657C}"/>
                </a:ext>
              </a:extLst>
            </p:cNvPr>
            <p:cNvSpPr/>
            <p:nvPr/>
          </p:nvSpPr>
          <p:spPr>
            <a:xfrm flipH="false" flipV="false">
              <a:off x="-12700" y="3770090"/>
              <a:ext cx="11531600" cy="622800"/>
            </a:xfrm>
            <a:custGeom>
              <a:avLst/>
              <a:gdLst>
                <a:gd fmla="*/ 0 w 12204700" name="connsiteX0"/>
                <a:gd fmla="*/ 295275 h 1181100" name="connsiteY0"/>
                <a:gd fmla="*/ 11614150 w 12204700" name="connsiteX1"/>
                <a:gd fmla="*/ 295275 h 1181100" name="connsiteY1"/>
                <a:gd fmla="*/ 11614150 w 12204700" name="connsiteX2"/>
                <a:gd fmla="*/ 0 h 1181100" name="connsiteY2"/>
                <a:gd fmla="*/ 12204700 w 12204700" name="connsiteX3"/>
                <a:gd fmla="*/ 590550 h 1181100" name="connsiteY3"/>
                <a:gd fmla="*/ 11614150 w 12204700" name="connsiteX4"/>
                <a:gd fmla="*/ 1181100 h 1181100" name="connsiteY4"/>
                <a:gd fmla="*/ 11614150 w 12204700" name="connsiteX5"/>
                <a:gd fmla="*/ 885825 h 1181100" name="connsiteY5"/>
                <a:gd fmla="*/ 0 w 12204700" name="connsiteX6"/>
                <a:gd fmla="*/ 885825 h 1181100" name="connsiteY6"/>
                <a:gd fmla="*/ 0 w 12204700" name="connsiteX7"/>
                <a:gd fmla="*/ 295275 h 1181100" name="connsiteY7"/>
                <a:gd fmla="*/ 0 w 12204700" name="connsiteX0"/>
                <a:gd fmla="*/ 295275 h 1181100" name="connsiteY0"/>
                <a:gd fmla="*/ 11614150 w 12204700" name="connsiteX1"/>
                <a:gd fmla="*/ 295275 h 1181100" name="connsiteY1"/>
                <a:gd fmla="*/ 11614150 w 12204700" name="connsiteX2"/>
                <a:gd fmla="*/ 0 h 1181100" name="connsiteY2"/>
                <a:gd fmla="*/ 12204700 w 12204700" name="connsiteX3"/>
                <a:gd fmla="*/ 590550 h 1181100" name="connsiteY3"/>
                <a:gd fmla="*/ 11614150 w 12204700" name="connsiteX4"/>
                <a:gd fmla="*/ 1181100 h 1181100" name="connsiteY4"/>
                <a:gd fmla="*/ 11614150 w 12204700" name="connsiteX5"/>
                <a:gd fmla="*/ 885825 h 1181100" name="connsiteY5"/>
                <a:gd fmla="*/ 0 w 12204700" name="connsiteX6"/>
                <a:gd fmla="*/ 885825 h 1181100" name="connsiteY6"/>
                <a:gd fmla="*/ 91440 w 12204700" name="connsiteX7"/>
                <a:gd fmla="*/ 386715 h 1181100" name="connsiteY7"/>
                <a:gd fmla="*/ 0 w 12204700" name="connsiteX0"/>
                <a:gd fmla="*/ 295275 h 1181100" name="connsiteY0"/>
                <a:gd fmla="*/ 11614150 w 12204700" name="connsiteX1"/>
                <a:gd fmla="*/ 295275 h 1181100" name="connsiteY1"/>
                <a:gd fmla="*/ 11614150 w 12204700" name="connsiteX2"/>
                <a:gd fmla="*/ 0 h 1181100" name="connsiteY2"/>
                <a:gd fmla="*/ 12204700 w 12204700" name="connsiteX3"/>
                <a:gd fmla="*/ 590550 h 1181100" name="connsiteY3"/>
                <a:gd fmla="*/ 11614150 w 12204700" name="connsiteX4"/>
                <a:gd fmla="*/ 1181100 h 1181100" name="connsiteY4"/>
                <a:gd fmla="*/ 11614150 w 12204700" name="connsiteX5"/>
                <a:gd fmla="*/ 885825 h 1181100" name="connsiteY5"/>
                <a:gd fmla="*/ 0 w 12204700" name="connsiteX6"/>
                <a:gd fmla="*/ 885825 h 1181100" name="connsiteY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b="b" l="l" r="r" t="t"/>
              <a:pathLst>
                <a:path h="1181100" w="12204700">
                  <a:moveTo>
                    <a:pt x="0" y="295275"/>
                  </a:moveTo>
                  <a:lnTo>
                    <a:pt x="11614150" y="295275"/>
                  </a:lnTo>
                  <a:lnTo>
                    <a:pt x="11614150" y="0"/>
                  </a:lnTo>
                  <a:lnTo>
                    <a:pt x="12204700" y="590550"/>
                  </a:lnTo>
                  <a:lnTo>
                    <a:pt x="11614150" y="1181100"/>
                  </a:lnTo>
                  <a:lnTo>
                    <a:pt x="11614150" y="885825"/>
                  </a:lnTo>
                  <a:lnTo>
                    <a:pt x="0" y="885825"/>
                  </a:lnTo>
                </a:path>
              </a:pathLst>
            </a:custGeom>
            <a:noFill/>
            <a:ln cap="rnd" w="6350">
              <a:solidFill>
                <a:schemeClr val="tx1">
                  <a:alpha val="50000"/>
                </a:schemeClr>
              </a:solidFill>
              <a:prstDash val="solid"/>
              <a:round/>
            </a:ln>
            <a:effectLst>
              <a:outerShdw algn="ctr" blurRad="254000" dir="5400000" dist="127000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lIns="91440" numCol="1" rIns="91440" rot="0" rtlCol="0" spcCol="0" spcFirstLastPara="0" tIns="45720" vert="horz" wrap="square">
              <a:noAutofit/>
            </a:bodyPr>
            <a:lstStyle/>
            <a:p>
              <a:pPr algn="l"/>
            </a:p>
          </p:txBody>
        </p:sp>
        <p:sp>
          <p:nvSpPr>
            <p:cNvPr descr="bb2e2a3d-6791-47c0-9377-1c94c2387ec0" id="3" name="Title">
              <a:extLst>
                <a:ext uri="{FF2B5EF4-FFF2-40B4-BE49-F238E27FC236}">
                  <a16:creationId id="{CCC5CD9E-2EA9-7AE8-88D6-0824BC8FA0FC}"/>
                </a:ext>
              </a:extLst>
            </p:cNvPr>
            <p:cNvSpPr/>
            <p:nvPr/>
          </p:nvSpPr>
          <p:spPr>
            <a:xfrm flipH="false" flipV="false">
              <a:off x="660400" y="1130300"/>
              <a:ext cx="10858500" cy="5154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说明各功能的验收标准</a:t>
              </a:r>
            </a:p>
          </p:txBody>
        </p:sp>
        <p:grpSp>
          <p:nvGrpSpPr>
            <p:cNvPr descr="d891f61c-163f-4150-9aa9-2cc577514ce4" id="33" name="组合 32">
              <a:extLst>
                <a:ext uri="{FF2B5EF4-FFF2-40B4-BE49-F238E27FC236}">
                  <a16:creationId id="{533B9F22-33A2-FE36-150A-218947C0492B}"/>
                </a:ext>
              </a:extLst>
            </p:cNvPr>
            <p:cNvGrpSpPr/>
            <p:nvPr/>
          </p:nvGrpSpPr>
          <p:grpSpPr>
            <a:xfrm>
              <a:off x="660399" y="2056123"/>
              <a:ext cx="2734040" cy="2183858"/>
              <a:chOff x="660399" y="2056123"/>
              <a:chExt cx="2734040" cy="2183858"/>
            </a:xfrm>
          </p:grpSpPr>
          <p:sp>
            <p:nvSpPr>
              <p:cNvPr descr="351c4cec-1825-4f3a-b341-1e8b8dbb3e9d" id="5" name="Number1">
                <a:extLst>
                  <a:ext uri="{FF2B5EF4-FFF2-40B4-BE49-F238E27FC236}">
                    <a16:creationId id="{C636F666-8D7D-DE2B-9728-87E5F91A9AE1}"/>
                  </a:ext>
                </a:extLst>
              </p:cNvPr>
              <p:cNvSpPr/>
              <p:nvPr/>
            </p:nvSpPr>
            <p:spPr>
              <a:xfrm flipH="false" flipV="false">
                <a:off x="683523" y="3927763"/>
                <a:ext cx="649977" cy="312218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1b433c9f-d7bb-439d-b841-0ea942e9a703" id="6" name="Bullet1">
                <a:extLst>
                  <a:ext uri="{FF2B5EF4-FFF2-40B4-BE49-F238E27FC236}">
                    <a16:creationId id="{9E9BF404-B31E-15A8-34CF-A6B5E4413D6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399" y="2056123"/>
                <a:ext cx="2734040" cy="482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用户注册</a:t>
                </a:r>
              </a:p>
            </p:txBody>
          </p:sp>
          <p:sp>
            <p:nvSpPr>
              <p:cNvPr descr="0dc31f02-c75d-4855-8c4b-d10e10a79e39" id="7" name="Text1">
                <a:extLst>
                  <a:ext uri="{FF2B5EF4-FFF2-40B4-BE49-F238E27FC236}">
                    <a16:creationId id="{0F634F57-8756-9D50-C8F6-45D2E12BB61A}"/>
                  </a:ext>
                </a:extLst>
              </p:cNvPr>
              <p:cNvSpPr/>
              <p:nvPr/>
            </p:nvSpPr>
            <p:spPr>
              <a:xfrm flipH="false" flipV="false">
                <a:off x="660401" y="2615457"/>
                <a:ext cx="2734038" cy="10620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邮箱格式错误提示正确；2. 重复邮箱注册提示正确；3. 注册成功后跳转登录页。</a:t>
                </a:r>
              </a:p>
            </p:txBody>
          </p:sp>
        </p:grpSp>
        <p:grpSp>
          <p:nvGrpSpPr>
            <p:cNvPr descr="4157342b-50bc-4d05-aafd-5f74a8a3a0cd" id="34" name="组合 33">
              <a:extLst>
                <a:ext uri="{FF2B5EF4-FFF2-40B4-BE49-F238E27FC236}">
                  <a16:creationId id="{9842DE94-E55E-406D-897D-795212AA7232}"/>
                </a:ext>
              </a:extLst>
            </p:cNvPr>
            <p:cNvGrpSpPr/>
            <p:nvPr/>
          </p:nvGrpSpPr>
          <p:grpSpPr>
            <a:xfrm>
              <a:off x="2285291" y="3927763"/>
              <a:ext cx="2734040" cy="2206331"/>
              <a:chOff x="2285291" y="3927763"/>
              <a:chExt cx="2734040" cy="2206331"/>
            </a:xfrm>
          </p:grpSpPr>
          <p:sp>
            <p:nvSpPr>
              <p:cNvPr descr="c6374881-6e80-47dc-99ce-e815ff8745cf" id="9" name="Number2">
                <a:extLst>
                  <a:ext uri="{FF2B5EF4-FFF2-40B4-BE49-F238E27FC236}">
                    <a16:creationId id="{6481536F-DA6E-1C12-7A5A-91EBC6BCD73E}"/>
                  </a:ext>
                </a:extLst>
              </p:cNvPr>
              <p:cNvSpPr/>
              <p:nvPr/>
            </p:nvSpPr>
            <p:spPr>
              <a:xfrm flipH="false" flipV="false">
                <a:off x="2308415" y="3927763"/>
                <a:ext cx="649977" cy="312218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0a487f22-8ebc-4da5-9116-166a2fd4f50b" id="10" name="Bullet2">
                <a:extLst>
                  <a:ext uri="{FF2B5EF4-FFF2-40B4-BE49-F238E27FC236}">
                    <a16:creationId id="{35A948BA-418E-692E-1BDB-3B2CDB88F445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2285291" y="4512729"/>
                <a:ext cx="2734040" cy="482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用户登录</a:t>
                </a:r>
              </a:p>
            </p:txBody>
          </p:sp>
          <p:sp>
            <p:nvSpPr>
              <p:cNvPr descr="24b085d7-cb92-421d-9bf3-e634c857e09c" id="11" name="Text2">
                <a:extLst>
                  <a:ext uri="{FF2B5EF4-FFF2-40B4-BE49-F238E27FC236}">
                    <a16:creationId id="{EFAC24FF-127A-0FAD-B196-A8CE41CC3BD3}"/>
                  </a:ext>
                </a:extLst>
              </p:cNvPr>
              <p:cNvSpPr/>
              <p:nvPr/>
            </p:nvSpPr>
            <p:spPr>
              <a:xfrm flipH="false" flipV="false">
                <a:off x="2285293" y="5072063"/>
                <a:ext cx="2734038" cy="10620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邮箱 / 密码错误提示正确；2. 登录成功跳转仪表盘；3. 本地存储存在JWT令牌。</a:t>
                </a:r>
              </a:p>
            </p:txBody>
          </p:sp>
        </p:grpSp>
        <p:grpSp>
          <p:nvGrpSpPr>
            <p:cNvPr descr="638b2744-6dc4-492b-9706-dcbf9acbab6f" id="35" name="组合 34">
              <a:extLst>
                <a:ext uri="{FF2B5EF4-FFF2-40B4-BE49-F238E27FC236}">
                  <a16:creationId id="{B723FDA7-4322-05A8-E2AA-43B42F359511}"/>
                </a:ext>
              </a:extLst>
            </p:cNvPr>
            <p:cNvGrpSpPr/>
            <p:nvPr/>
          </p:nvGrpSpPr>
          <p:grpSpPr>
            <a:xfrm>
              <a:off x="3910183" y="2056123"/>
              <a:ext cx="2734040" cy="2183858"/>
              <a:chOff x="3910183" y="2056123"/>
              <a:chExt cx="2734040" cy="2183858"/>
            </a:xfrm>
          </p:grpSpPr>
          <p:sp>
            <p:nvSpPr>
              <p:cNvPr descr="e5e263d8-761f-42e1-b5ac-82d6e241a107" id="13" name="Number3">
                <a:extLst>
                  <a:ext uri="{FF2B5EF4-FFF2-40B4-BE49-F238E27FC236}">
                    <a16:creationId id="{4DA299F6-A760-DA09-7A81-B22D4BE51857}"/>
                  </a:ext>
                </a:extLst>
              </p:cNvPr>
              <p:cNvSpPr/>
              <p:nvPr/>
            </p:nvSpPr>
            <p:spPr>
              <a:xfrm flipH="false" flipV="false">
                <a:off x="3933307" y="3927763"/>
                <a:ext cx="649977" cy="312218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0b7833c7-1e69-488c-a7de-b4c89b124de8" id="14" name="Bullet3">
                <a:extLst>
                  <a:ext uri="{FF2B5EF4-FFF2-40B4-BE49-F238E27FC236}">
                    <a16:creationId id="{DCA76245-81AF-320F-7295-48D5957AF57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910183" y="2056123"/>
                <a:ext cx="2734040" cy="482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合同上传</a:t>
                </a:r>
              </a:p>
            </p:txBody>
          </p:sp>
          <p:sp>
            <p:nvSpPr>
              <p:cNvPr descr="2b047d5c-e7a5-4f13-8fb5-41474ed7d7de" id="15" name="Text3">
                <a:extLst>
                  <a:ext uri="{FF2B5EF4-FFF2-40B4-BE49-F238E27FC236}">
                    <a16:creationId id="{DC8FD297-F248-26D3-9CC9-865A6A6115D5}"/>
                  </a:ext>
                </a:extLst>
              </p:cNvPr>
              <p:cNvSpPr/>
              <p:nvPr/>
            </p:nvSpPr>
            <p:spPr>
              <a:xfrm flipH="false" flipV="false">
                <a:off x="3910185" y="2615457"/>
                <a:ext cx="2734038" cy="10620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支持PDF/docx上传；2. 20MB以上文件提示限制；3. 上传后列表实时刷新。</a:t>
                </a:r>
              </a:p>
            </p:txBody>
          </p:sp>
        </p:grpSp>
        <p:grpSp>
          <p:nvGrpSpPr>
            <p:cNvPr descr="8a838dce-851c-4bb6-b88b-73338579f22f" id="36" name="组合 35">
              <a:extLst>
                <a:ext uri="{FF2B5EF4-FFF2-40B4-BE49-F238E27FC236}">
                  <a16:creationId id="{3F472D83-F2B6-22CE-4407-9FEF68FE1923}"/>
                </a:ext>
              </a:extLst>
            </p:cNvPr>
            <p:cNvGrpSpPr/>
            <p:nvPr/>
          </p:nvGrpSpPr>
          <p:grpSpPr>
            <a:xfrm>
              <a:off x="5535075" y="3927763"/>
              <a:ext cx="2734040" cy="2206331"/>
              <a:chOff x="5535075" y="3927763"/>
              <a:chExt cx="2734040" cy="2206331"/>
            </a:xfrm>
          </p:grpSpPr>
          <p:sp>
            <p:nvSpPr>
              <p:cNvPr descr="d9317999-553b-4565-a2ab-fbaea258567e" id="17" name="Number4">
                <a:extLst>
                  <a:ext uri="{FF2B5EF4-FFF2-40B4-BE49-F238E27FC236}">
                    <a16:creationId id="{DDC2B07E-11E4-D896-D847-7DEE674B7BBB}"/>
                  </a:ext>
                </a:extLst>
              </p:cNvPr>
              <p:cNvSpPr/>
              <p:nvPr/>
            </p:nvSpPr>
            <p:spPr>
              <a:xfrm flipH="false" flipV="false">
                <a:off x="5558199" y="3927763"/>
                <a:ext cx="649977" cy="312218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7a157a15-ad07-4658-bede-2f708d973d8d" id="18" name="Bullet4">
                <a:extLst>
                  <a:ext uri="{FF2B5EF4-FFF2-40B4-BE49-F238E27FC236}">
                    <a16:creationId id="{13DF6370-F5ED-05BF-AC34-84FC9C7BB6F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5535075" y="4512729"/>
                <a:ext cx="2734040" cy="482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AI解析</a:t>
                </a:r>
              </a:p>
            </p:txBody>
          </p:sp>
          <p:sp>
            <p:nvSpPr>
              <p:cNvPr descr="946bfc5e-49fc-439e-84fb-09e7caaf3f00" id="19" name="Text4">
                <a:extLst>
                  <a:ext uri="{FF2B5EF4-FFF2-40B4-BE49-F238E27FC236}">
                    <a16:creationId id="{B32F4F78-24B4-BAEB-BB2E-55C9BBC20406}"/>
                  </a:ext>
                </a:extLst>
              </p:cNvPr>
              <p:cNvSpPr/>
              <p:nvPr/>
            </p:nvSpPr>
            <p:spPr>
              <a:xfrm flipH="false" flipV="false">
                <a:off x="5535077" y="5072063"/>
                <a:ext cx="2734038" cy="10620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提取文本完整（无明显缺失）；2. 关键条款提取准确率≥80%；3. 风险点识别准确率≥75%；4. 关键日期提取准确率≥90%。</a:t>
                </a:r>
              </a:p>
            </p:txBody>
          </p:sp>
        </p:grpSp>
        <p:grpSp>
          <p:nvGrpSpPr>
            <p:cNvPr descr="cb0314cb-e771-4e60-a80e-b825d269b963" id="37" name="组合 36">
              <a:extLst>
                <a:ext uri="{FF2B5EF4-FFF2-40B4-BE49-F238E27FC236}">
                  <a16:creationId id="{6FFC03AA-6733-BEB5-B51E-A1D2EBB18FD7}"/>
                </a:ext>
              </a:extLst>
            </p:cNvPr>
            <p:cNvGrpSpPr/>
            <p:nvPr/>
          </p:nvGrpSpPr>
          <p:grpSpPr>
            <a:xfrm>
              <a:off x="7159967" y="2056123"/>
              <a:ext cx="2734040" cy="2183858"/>
              <a:chOff x="7159967" y="2056123"/>
              <a:chExt cx="2734040" cy="2183858"/>
            </a:xfrm>
          </p:grpSpPr>
          <p:sp>
            <p:nvSpPr>
              <p:cNvPr descr="1883733b-27ae-46d7-8717-752c38e6d6a9" id="21" name="Number5">
                <a:extLst>
                  <a:ext uri="{FF2B5EF4-FFF2-40B4-BE49-F238E27FC236}">
                    <a16:creationId id="{C3C1DBF0-9628-E2C0-8A91-114484E202AE}"/>
                  </a:ext>
                </a:extLst>
              </p:cNvPr>
              <p:cNvSpPr/>
              <p:nvPr/>
            </p:nvSpPr>
            <p:spPr>
              <a:xfrm flipH="false" flipV="false">
                <a:off x="7183091" y="3927763"/>
                <a:ext cx="649977" cy="312218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c3cc79d8-c6e3-4af9-bcd9-e6500fdf8229" id="22" name="Bullet5">
                <a:extLst>
                  <a:ext uri="{FF2B5EF4-FFF2-40B4-BE49-F238E27FC236}">
                    <a16:creationId id="{A87DE0AB-B18B-DFAE-775C-86138D10B56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159967" y="2056123"/>
                <a:ext cx="2734040" cy="482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结果展示</a:t>
                </a:r>
              </a:p>
            </p:txBody>
          </p:sp>
          <p:sp>
            <p:nvSpPr>
              <p:cNvPr descr="52ef038f-8642-426c-ae30-91346432d08b" id="23" name="Text5">
                <a:extLst>
                  <a:ext uri="{FF2B5EF4-FFF2-40B4-BE49-F238E27FC236}">
                    <a16:creationId id="{0864331A-A0D3-4ABF-DFA1-8A18C7122CF8}"/>
                  </a:ext>
                </a:extLst>
              </p:cNvPr>
              <p:cNvSpPr/>
              <p:nvPr/>
            </p:nvSpPr>
            <p:spPr>
              <a:xfrm flipH="false" flipV="false">
                <a:off x="7159969" y="2615457"/>
                <a:ext cx="2734038" cy="10620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布局清晰，无样式错乱；2. 卡片分类明确；3. 复制 / 下载功能正常。</a:t>
                </a:r>
              </a:p>
            </p:txBody>
          </p:sp>
        </p:grpSp>
        <p:grpSp>
          <p:nvGrpSpPr>
            <p:cNvPr descr="8804e91a-3459-4588-be1f-1cfd35a9a786" id="38" name="组合 37">
              <a:extLst>
                <a:ext uri="{FF2B5EF4-FFF2-40B4-BE49-F238E27FC236}">
                  <a16:creationId id="{CD37BDF2-4610-36EE-AE9D-61ACBBAF3E97}"/>
                </a:ext>
              </a:extLst>
            </p:cNvPr>
            <p:cNvGrpSpPr/>
            <p:nvPr/>
          </p:nvGrpSpPr>
          <p:grpSpPr>
            <a:xfrm>
              <a:off x="8784860" y="3927763"/>
              <a:ext cx="2734040" cy="2206331"/>
              <a:chOff x="8784860" y="3927763"/>
              <a:chExt cx="2734040" cy="2206331"/>
            </a:xfrm>
          </p:grpSpPr>
          <p:sp>
            <p:nvSpPr>
              <p:cNvPr descr="9ebaaf58-28a5-49a3-877b-82f5346bdd51" id="25" name="Number6">
                <a:extLst>
                  <a:ext uri="{FF2B5EF4-FFF2-40B4-BE49-F238E27FC236}">
                    <a16:creationId id="{8FDFA78E-A22E-25E9-5A5D-B74E962EA4F5}"/>
                  </a:ext>
                </a:extLst>
              </p:cNvPr>
              <p:cNvSpPr/>
              <p:nvPr/>
            </p:nvSpPr>
            <p:spPr>
              <a:xfrm flipH="false" flipV="false">
                <a:off x="8807984" y="3927763"/>
                <a:ext cx="649977" cy="312218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6</a:t>
                </a:r>
              </a:p>
            </p:txBody>
          </p:sp>
          <p:sp>
            <p:nvSpPr>
              <p:cNvPr descr="360f6536-e98f-4fbb-b71a-b1d120b2f415" id="26" name="Bullet6">
                <a:extLst>
                  <a:ext uri="{FF2B5EF4-FFF2-40B4-BE49-F238E27FC236}">
                    <a16:creationId id="{496C36E2-4F02-9003-9D12-F7F09E3610D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784860" y="4512729"/>
                <a:ext cx="2734040" cy="482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日历导出</a:t>
                </a:r>
              </a:p>
            </p:txBody>
          </p:sp>
          <p:sp>
            <p:nvSpPr>
              <p:cNvPr descr="c0841d0d-7b52-43ca-ab58-2f7498289bfe" id="27" name="Text6">
                <a:extLst>
                  <a:ext uri="{FF2B5EF4-FFF2-40B4-BE49-F238E27FC236}">
                    <a16:creationId id="{5AE29AA6-8381-64D9-82E8-AD29C0F4FDB5}"/>
                  </a:ext>
                </a:extLst>
              </p:cNvPr>
              <p:cNvSpPr/>
              <p:nvPr/>
            </p:nvSpPr>
            <p:spPr>
              <a:xfrm flipH="false" flipV="false">
                <a:off x="8784862" y="5072063"/>
                <a:ext cx="2734038" cy="10620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点击按钮生成ICS文件；2. 文件可成功导入主流日历工具；3. 事件信息完整。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功能验收标准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8eaf17d-7d39-47ae-9bb6-5fcfe35124e4" id="28" name="41125766-fd80-4a3b-b9c3-f025cbdead34.source.3.zh-Hans.pptx">
            <a:extLst>
              <a:ext uri="{FF2B5EF4-FFF2-40B4-BE49-F238E27FC236}">
                <a16:creationId id="{BF94B400-AE10-2F67-8280-D9DC3FC31FA5}"/>
              </a:ext>
            </a:extLst>
          </p:cNvPr>
          <p:cNvGrpSpPr/>
          <p:nvPr/>
        </p:nvGrpSpPr>
        <p:grpSpPr>
          <a:xfrm>
            <a:off x="660400" y="1130300"/>
            <a:ext cx="10858500" cy="4162015"/>
            <a:chOff x="660400" y="1130300"/>
            <a:chExt cx="10858500" cy="4162015"/>
          </a:xfrm>
        </p:grpSpPr>
        <p:cxnSp>
          <p:nvCxnSpPr>
            <p:cNvPr descr="a2c2a9d0-30a9-463c-b770-3a64b48ff74a" id="6" name="îśḷiḍê">
              <a:extLst>
                <a:ext uri="{FF2B5EF4-FFF2-40B4-BE49-F238E27FC236}">
                  <a16:creationId id="{E72623CC-8E77-4708-9A2A-AC4EC83234C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917862" y="4915941"/>
              <a:ext cx="2269779" cy="0"/>
            </a:xfrm>
            <a:prstGeom prst="line">
              <a:avLst/>
            </a:prstGeom>
            <a:ln w="635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e44336ca-f865-4657-8108-db313e960647" id="16" name="í$ḻiḍe">
              <a:extLst>
                <a:ext uri="{FF2B5EF4-FFF2-40B4-BE49-F238E27FC236}">
                  <a16:creationId id="{AE05C761-5269-47DD-BC20-CA79220E4BD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631377" y="4915941"/>
              <a:ext cx="2269779" cy="0"/>
            </a:xfrm>
            <a:prstGeom prst="line">
              <a:avLst/>
            </a:prstGeom>
            <a:ln w="635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90931bfb-3eff-4e60-ac97-c86931e9a010" id="22" name="iš1îḋe">
              <a:extLst>
                <a:ext uri="{FF2B5EF4-FFF2-40B4-BE49-F238E27FC236}">
                  <a16:creationId id="{39E1DF20-D028-4830-ACCD-F60C4C49962B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8344892" y="4915941"/>
              <a:ext cx="2269779" cy="0"/>
            </a:xfrm>
            <a:prstGeom prst="line">
              <a:avLst/>
            </a:prstGeom>
            <a:ln w="635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c3194e99-56ae-4304-8c51-7f9c56fd7455" id="7" name="Title">
              <a:extLst>
                <a:ext uri="{FF2B5EF4-FFF2-40B4-BE49-F238E27FC236}">
                  <a16:creationId id="{CF0BB0B9-3FF8-7530-6591-5D199BBC2D20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说明性能、兼容性和安全性需求的验收标准</a:t>
              </a:r>
            </a:p>
          </p:txBody>
        </p:sp>
        <p:grpSp>
          <p:nvGrpSpPr>
            <p:cNvPr descr="49e68925-a9d7-4b82-86a9-751e52ffdf3b" id="9" name="组合 8">
              <a:extLst>
                <a:ext uri="{FF2B5EF4-FFF2-40B4-BE49-F238E27FC236}">
                  <a16:creationId id="{0009EA9E-9976-C571-16B2-89724EB31FC3}"/>
                </a:ext>
              </a:extLst>
            </p:cNvPr>
            <p:cNvGrpSpPr/>
            <p:nvPr/>
          </p:nvGrpSpPr>
          <p:grpSpPr>
            <a:xfrm>
              <a:off x="660400" y="2480833"/>
              <a:ext cx="3281528" cy="2811482"/>
              <a:chOff x="660400" y="2752977"/>
              <a:chExt cx="3281528" cy="2811482"/>
            </a:xfrm>
          </p:grpSpPr>
          <p:sp>
            <p:nvSpPr>
              <p:cNvPr descr="e64e6ee0-b109-4654-bcf3-8216567ac3c6" id="3" name="ComponentBackground1">
                <a:extLst>
                  <a:ext uri="{FF2B5EF4-FFF2-40B4-BE49-F238E27FC236}">
                    <a16:creationId id="{1B345699-08BA-416A-8B62-D11427B3818B}"/>
                  </a:ext>
                </a:extLst>
              </p:cNvPr>
              <p:cNvSpPr/>
              <p:nvPr/>
            </p:nvSpPr>
            <p:spPr>
              <a:xfrm flipH="false" flipV="false">
                <a:off x="660400" y="2752977"/>
                <a:ext cx="3281528" cy="2811482"/>
              </a:xfrm>
              <a:prstGeom prst="roundRect">
                <a:avLst>
                  <a:gd fmla="val 4728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0f2bd463-5959-4385-bd53-870085eca0f3" id="4" name="Bullet1">
                <a:extLst>
                  <a:ext uri="{FF2B5EF4-FFF2-40B4-BE49-F238E27FC236}">
                    <a16:creationId id="{7857618E-6C77-4736-BAD3-E08B38DB8A5B}"/>
                  </a:ext>
                </a:extLst>
              </p:cNvPr>
              <p:cNvSpPr txBox="1"/>
              <p:nvPr/>
            </p:nvSpPr>
            <p:spPr>
              <a:xfrm flipH="false" flipV="false">
                <a:off x="823042" y="2976875"/>
                <a:ext cx="2928386" cy="65792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性能</a:t>
                </a:r>
              </a:p>
            </p:txBody>
          </p:sp>
          <p:sp>
            <p:nvSpPr>
              <p:cNvPr descr="7fa2d2f3-6a80-4353-929c-37eabeeff244" id="5" name="Text1">
                <a:extLst>
                  <a:ext uri="{FF2B5EF4-FFF2-40B4-BE49-F238E27FC236}">
                    <a16:creationId id="{A4C9863D-C494-48C0-BF00-7FCA33A62BAA}"/>
                  </a:ext>
                </a:extLst>
              </p:cNvPr>
              <p:cNvSpPr txBox="1"/>
              <p:nvPr/>
            </p:nvSpPr>
            <p:spPr>
              <a:xfrm flipH="false" flipV="false">
                <a:off x="823042" y="3634797"/>
                <a:ext cx="2928386" cy="1271739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首屏加载≤2 秒；2. 接口响应≤500ms（除上传 / 分析）；3. 50页合同分析≤30 秒。</a:t>
                </a:r>
              </a:p>
            </p:txBody>
          </p:sp>
          <p:sp>
            <p:nvSpPr>
              <p:cNvPr descr="14715f79-71a2-4c0f-b7bc-7c7bc475c173" id="10" name="Number1">
                <a:extLst>
                  <a:ext uri="{FF2B5EF4-FFF2-40B4-BE49-F238E27FC236}">
                    <a16:creationId id="{B90844BD-6534-46F7-A8B0-1281FBDC7B54}"/>
                  </a:ext>
                </a:extLst>
              </p:cNvPr>
              <p:cNvSpPr txBox="1"/>
              <p:nvPr/>
            </p:nvSpPr>
            <p:spPr>
              <a:xfrm flipH="false" flipV="false">
                <a:off x="3310282" y="5003419"/>
                <a:ext cx="441146" cy="369332"/>
              </a:xfrm>
              <a:prstGeom prst="rect">
                <a:avLst/>
              </a:prstGeom>
              <a:noFill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false" i="false" lang="en-US" sz="1800" u="none">
                    <a:solidFill>
                      <a:srgbClr val="2F2F2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3cdd61e8-c414-42c8-8c6c-9a63371da2b4" id="24" name="组合 23">
              <a:extLst>
                <a:ext uri="{FF2B5EF4-FFF2-40B4-BE49-F238E27FC236}">
                  <a16:creationId id="{CCA17722-7061-A9E5-3EC5-254591BBA38B}"/>
                </a:ext>
              </a:extLst>
            </p:cNvPr>
            <p:cNvGrpSpPr/>
            <p:nvPr/>
          </p:nvGrpSpPr>
          <p:grpSpPr>
            <a:xfrm>
              <a:off x="4373915" y="2480833"/>
              <a:ext cx="3281528" cy="2811482"/>
              <a:chOff x="4373915" y="2752977"/>
              <a:chExt cx="3281528" cy="2811482"/>
            </a:xfrm>
          </p:grpSpPr>
          <p:sp>
            <p:nvSpPr>
              <p:cNvPr descr="792698b6-8492-4907-88b1-2a3023638bd4" id="13" name="ComponentBackground2">
                <a:extLst>
                  <a:ext uri="{FF2B5EF4-FFF2-40B4-BE49-F238E27FC236}">
                    <a16:creationId id="{29D0CD75-4E8C-431A-BDA7-9B87BBEFDA0C}"/>
                  </a:ext>
                </a:extLst>
              </p:cNvPr>
              <p:cNvSpPr/>
              <p:nvPr/>
            </p:nvSpPr>
            <p:spPr>
              <a:xfrm flipH="false" flipV="false">
                <a:off x="4373915" y="2752977"/>
                <a:ext cx="3281528" cy="2811482"/>
              </a:xfrm>
              <a:prstGeom prst="roundRect">
                <a:avLst>
                  <a:gd fmla="val 4728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33bc4620-68f6-4102-9806-b333f496c6fb" id="14" name="Bullet2">
                <a:extLst>
                  <a:ext uri="{FF2B5EF4-FFF2-40B4-BE49-F238E27FC236}">
                    <a16:creationId id="{95C7DC99-40FE-4085-8E27-DB81655A77CB}"/>
                  </a:ext>
                </a:extLst>
              </p:cNvPr>
              <p:cNvSpPr txBox="1"/>
              <p:nvPr/>
            </p:nvSpPr>
            <p:spPr>
              <a:xfrm flipH="false" flipV="false">
                <a:off x="4536557" y="2976875"/>
                <a:ext cx="2928386" cy="65792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兼容性</a:t>
                </a:r>
              </a:p>
            </p:txBody>
          </p:sp>
          <p:sp>
            <p:nvSpPr>
              <p:cNvPr descr="2ade054c-3d58-4a7f-9739-3e3ceb39ce28" id="15" name="Text2">
                <a:extLst>
                  <a:ext uri="{FF2B5EF4-FFF2-40B4-BE49-F238E27FC236}">
                    <a16:creationId id="{083A819D-B17B-4D05-BE4F-9326230D8C65}"/>
                  </a:ext>
                </a:extLst>
              </p:cNvPr>
              <p:cNvSpPr txBox="1"/>
              <p:nvPr/>
            </p:nvSpPr>
            <p:spPr>
              <a:xfrm flipH="false" flipV="false">
                <a:off x="4536557" y="3634797"/>
                <a:ext cx="2928386" cy="1271739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支持指定浏览器版本；2. 桌面 / 平板端显示正常，无功能失效。</a:t>
                </a:r>
              </a:p>
            </p:txBody>
          </p:sp>
          <p:sp>
            <p:nvSpPr>
              <p:cNvPr descr="3610448b-3bf2-4cf6-a1c4-e2fdf24dd38c" id="17" name="Number2">
                <a:extLst>
                  <a:ext uri="{FF2B5EF4-FFF2-40B4-BE49-F238E27FC236}">
                    <a16:creationId id="{5029CE43-3F3A-4F5C-9110-D55202351C63}"/>
                  </a:ext>
                </a:extLst>
              </p:cNvPr>
              <p:cNvSpPr txBox="1"/>
              <p:nvPr/>
            </p:nvSpPr>
            <p:spPr>
              <a:xfrm flipH="false" flipV="false">
                <a:off x="7023797" y="5003419"/>
                <a:ext cx="441146" cy="369332"/>
              </a:xfrm>
              <a:prstGeom prst="rect">
                <a:avLst/>
              </a:prstGeom>
              <a:noFill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false" i="false" lang="en-US" sz="1800" u="none">
                    <a:solidFill>
                      <a:srgbClr val="2F2F2F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f54758bb-4765-4553-acd9-75747dbe9032" id="25" name="组合 24">
              <a:extLst>
                <a:ext uri="{FF2B5EF4-FFF2-40B4-BE49-F238E27FC236}">
                  <a16:creationId id="{40427AC6-797D-4DEB-52F0-94D5A5502BDE}"/>
                </a:ext>
              </a:extLst>
            </p:cNvPr>
            <p:cNvGrpSpPr/>
            <p:nvPr/>
          </p:nvGrpSpPr>
          <p:grpSpPr>
            <a:xfrm>
              <a:off x="8087430" y="2480833"/>
              <a:ext cx="3281528" cy="2811482"/>
              <a:chOff x="8087430" y="2752977"/>
              <a:chExt cx="3281528" cy="2811482"/>
            </a:xfrm>
          </p:grpSpPr>
          <p:sp>
            <p:nvSpPr>
              <p:cNvPr descr="dd01d532-1ff1-4fdd-822a-e7da2c5bd9af" id="19" name="ComponentBackground3">
                <a:extLst>
                  <a:ext uri="{FF2B5EF4-FFF2-40B4-BE49-F238E27FC236}">
                    <a16:creationId id="{617F3D74-8D56-4F24-A373-CB6E26E54E41}"/>
                  </a:ext>
                </a:extLst>
              </p:cNvPr>
              <p:cNvSpPr/>
              <p:nvPr/>
            </p:nvSpPr>
            <p:spPr>
              <a:xfrm flipH="false" flipV="false">
                <a:off x="8087430" y="2752977"/>
                <a:ext cx="3281528" cy="2811482"/>
              </a:xfrm>
              <a:prstGeom prst="roundRect">
                <a:avLst>
                  <a:gd fmla="val 4728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021b1918-cb7e-4677-a954-e014246ed296" id="20" name="Bullet3">
                <a:extLst>
                  <a:ext uri="{FF2B5EF4-FFF2-40B4-BE49-F238E27FC236}">
                    <a16:creationId id="{29EF533E-13E7-4BD5-B534-6ADDA5E87941}"/>
                  </a:ext>
                </a:extLst>
              </p:cNvPr>
              <p:cNvSpPr txBox="1"/>
              <p:nvPr/>
            </p:nvSpPr>
            <p:spPr>
              <a:xfrm flipH="false" flipV="false">
                <a:off x="8250072" y="2976875"/>
                <a:ext cx="2928386" cy="65792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安全性</a:t>
                </a:r>
              </a:p>
            </p:txBody>
          </p:sp>
          <p:sp>
            <p:nvSpPr>
              <p:cNvPr descr="224993c5-3c94-46ae-a697-4f69782e0a83" id="21" name="Text3">
                <a:extLst>
                  <a:ext uri="{FF2B5EF4-FFF2-40B4-BE49-F238E27FC236}">
                    <a16:creationId id="{B5DDBDF3-D5D1-425E-A380-A6A455D5B694}"/>
                  </a:ext>
                </a:extLst>
              </p:cNvPr>
              <p:cNvSpPr txBox="1"/>
              <p:nvPr/>
            </p:nvSpPr>
            <p:spPr>
              <a:xfrm flipH="false" flipV="false">
                <a:off x="8250072" y="3634797"/>
                <a:ext cx="2928386" cy="1271739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密码加密存储；2. 未登录状态无法访问合同列表 / 详情；3. 无法访问他人合同。</a:t>
                </a:r>
              </a:p>
            </p:txBody>
          </p:sp>
          <p:sp>
            <p:nvSpPr>
              <p:cNvPr descr="210c14fe-5b37-4ace-aa7c-4dc5d79cf09f" id="23" name="Number3">
                <a:extLst>
                  <a:ext uri="{FF2B5EF4-FFF2-40B4-BE49-F238E27FC236}">
                    <a16:creationId id="{5510D14D-9F09-41C8-B093-1899C025F1BE}"/>
                  </a:ext>
                </a:extLst>
              </p:cNvPr>
              <p:cNvSpPr txBox="1"/>
              <p:nvPr/>
            </p:nvSpPr>
            <p:spPr>
              <a:xfrm flipH="false" flipV="false">
                <a:off x="10737312" y="5003419"/>
                <a:ext cx="441146" cy="369332"/>
              </a:xfrm>
              <a:prstGeom prst="rect">
                <a:avLst/>
              </a:prstGeom>
              <a:noFill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false" i="false" lang="en-US" sz="1800" u="none">
                    <a:solidFill>
                      <a:srgbClr val="2F2F2F"/>
                    </a:solidFill>
                    <a:latin typeface="Arial"/>
                  </a:rPr>
                  <a:t>03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需求验收标准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fdd7422-6c2c-4f23-a26f-d8911de0d8ec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400" u="none">
                <a:solidFill>
                  <a:srgbClr val="FFFFFF"/>
                </a:solidFill>
                <a:ea typeface="微软雅黑"/>
              </a:rPr>
              <a:t>项目交付物</a:t>
            </a:r>
          </a:p>
        </p:txBody>
      </p:sp>
      <p:sp>
        <p:nvSpPr>
          <p:cNvPr descr="816a5328-e055-4120-bb73-d90b57599e16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FFFFFF"/>
                </a:solidFill>
                <a:ea typeface="微软雅黑"/>
              </a:rPr>
              <a:t>列举项目交付的成果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a34e53c-4e7a-4b09-b035-c5da17700999" id="20" name="37e9254f-cd01-4222-a8b3-518de6c71795.source.5.zh-Hans.pptx">
            <a:extLst>
              <a:ext uri="{FF2B5EF4-FFF2-40B4-BE49-F238E27FC236}">
                <a16:creationId id="{993895BC-D694-FA55-2DEE-E050442ABADD}"/>
              </a:ext>
            </a:extLst>
          </p:cNvPr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descr="e762812d-62f6-4270-a28e-86470e1826f9" id="10" name="Title">
              <a:extLst>
                <a:ext uri="{FF2B5EF4-FFF2-40B4-BE49-F238E27FC236}">
                  <a16:creationId id="{B15A8EE7-6D82-2811-7297-22E65A17611E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展示项目交付的具体内容</a:t>
              </a:r>
            </a:p>
          </p:txBody>
        </p:sp>
        <p:grpSp>
          <p:nvGrpSpPr>
            <p:cNvPr descr="91fbd1e7-ac40-4299-8e08-0552d3ef156e" id="37" name="组合 36">
              <a:extLst>
                <a:ext uri="{FF2B5EF4-FFF2-40B4-BE49-F238E27FC236}">
                  <a16:creationId id="{D015B72C-C0A7-5868-BF31-80BDC4896D55}"/>
                </a:ext>
              </a:extLst>
            </p:cNvPr>
            <p:cNvGrpSpPr/>
            <p:nvPr/>
          </p:nvGrpSpPr>
          <p:grpSpPr>
            <a:xfrm>
              <a:off x="660400" y="1761003"/>
              <a:ext cx="5295900" cy="1408612"/>
              <a:chOff x="885625" y="1931699"/>
              <a:chExt cx="5295900" cy="1408612"/>
            </a:xfrm>
          </p:grpSpPr>
          <p:sp>
            <p:nvSpPr>
              <p:cNvPr descr="6715ec01-9356-4dde-b6fd-6af32777860c" id="34" name="Number1">
                <a:extLst>
                  <a:ext uri="{FF2B5EF4-FFF2-40B4-BE49-F238E27FC236}">
                    <a16:creationId id="{B967DED3-6F82-8DB3-66CC-2BCF8AB41E8C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162FEA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19f2c860-fefb-4d36-b654-45f9166b006f" id="35" name="Bullet1">
                <a:extLst>
                  <a:ext uri="{FF2B5EF4-FFF2-40B4-BE49-F238E27FC236}">
                    <a16:creationId id="{BFE0AD31-C14C-F4FD-648B-B8729EBE484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前端代码及部署包</a:t>
                </a:r>
              </a:p>
            </p:txBody>
          </p:sp>
          <p:sp>
            <p:nvSpPr>
              <p:cNvPr descr="881c39a2-530c-499a-aae2-92c8a3d24d4e" id="36" name="Text1">
                <a:extLst>
                  <a:ext uri="{FF2B5EF4-FFF2-40B4-BE49-F238E27FC236}">
                    <a16:creationId id="{97065F1E-87DD-8085-1A5A-E25687B2758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前端代码（Vue 3）及部署包（部署至Vercel）。</a:t>
                </a:r>
              </a:p>
            </p:txBody>
          </p:sp>
        </p:grpSp>
        <p:grpSp>
          <p:nvGrpSpPr>
            <p:cNvPr descr="e5f20bc6-4775-4d30-8c9c-2ff4203ea680" id="2" name="组合 1">
              <a:extLst>
                <a:ext uri="{FF2B5EF4-FFF2-40B4-BE49-F238E27FC236}">
                  <a16:creationId id="{B6EF33B9-A331-9644-FF12-416E4BD53E68}"/>
                </a:ext>
              </a:extLst>
            </p:cNvPr>
            <p:cNvGrpSpPr/>
            <p:nvPr/>
          </p:nvGrpSpPr>
          <p:grpSpPr>
            <a:xfrm>
              <a:off x="660400" y="3243246"/>
              <a:ext cx="5295900" cy="1408612"/>
              <a:chOff x="885625" y="1931699"/>
              <a:chExt cx="5295900" cy="1408612"/>
            </a:xfrm>
          </p:grpSpPr>
          <p:sp>
            <p:nvSpPr>
              <p:cNvPr descr="c152d5d6-3aa7-4f23-8438-aa42e50bdfc0" id="3" name="Number2">
                <a:extLst>
                  <a:ext uri="{FF2B5EF4-FFF2-40B4-BE49-F238E27FC236}">
                    <a16:creationId id="{365CFAE1-92CA-B84E-CE4E-0C60FDF9F823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162FEA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5338194e-99b5-457e-9571-472ba0ce0011" id="4" name="Bullet2">
                <a:extLst>
                  <a:ext uri="{FF2B5EF4-FFF2-40B4-BE49-F238E27FC236}">
                    <a16:creationId id="{7B5E8668-AAD6-DA93-2F57-7BD22F661E8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后端代码及部署包</a:t>
                </a:r>
              </a:p>
            </p:txBody>
          </p:sp>
          <p:sp>
            <p:nvSpPr>
              <p:cNvPr descr="fecbf88b-4787-430d-9739-37c2d75a915b" id="5" name="Text2">
                <a:extLst>
                  <a:ext uri="{FF2B5EF4-FFF2-40B4-BE49-F238E27FC236}">
                    <a16:creationId id="{B822D625-4403-4E33-EAE1-5BF45463A9E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后端代码（Node.js/Express）及部署包（部署至Railway/Render）。</a:t>
                </a:r>
              </a:p>
            </p:txBody>
          </p:sp>
        </p:grpSp>
        <p:grpSp>
          <p:nvGrpSpPr>
            <p:cNvPr descr="a8fd709b-2c4b-4c57-b616-23939c2be721" id="6" name="组合 5">
              <a:extLst>
                <a:ext uri="{FF2B5EF4-FFF2-40B4-BE49-F238E27FC236}">
                  <a16:creationId id="{21D31C2C-C0BD-ED4E-B426-12582647D10D}"/>
                </a:ext>
              </a:extLst>
            </p:cNvPr>
            <p:cNvGrpSpPr/>
            <p:nvPr/>
          </p:nvGrpSpPr>
          <p:grpSpPr>
            <a:xfrm>
              <a:off x="660400" y="4725488"/>
              <a:ext cx="5295900" cy="1408612"/>
              <a:chOff x="885625" y="1931699"/>
              <a:chExt cx="5295900" cy="1408612"/>
            </a:xfrm>
          </p:grpSpPr>
          <p:sp>
            <p:nvSpPr>
              <p:cNvPr descr="d328f7c2-192d-4e25-9b03-711ee0ca5aef" id="7" name="Number3">
                <a:extLst>
                  <a:ext uri="{FF2B5EF4-FFF2-40B4-BE49-F238E27FC236}">
                    <a16:creationId id="{9BEB3DCC-0C8B-96A9-8607-30376A3BB8D2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162FEA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91c2ec20-3a33-42d1-9abd-370453a570c6" id="11" name="Bullet3">
                <a:extLst>
                  <a:ext uri="{FF2B5EF4-FFF2-40B4-BE49-F238E27FC236}">
                    <a16:creationId id="{A9712F56-08A6-55E6-3F58-5EEB2CD18DC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数据库脚本及实例</a:t>
                </a:r>
              </a:p>
            </p:txBody>
          </p:sp>
          <p:sp>
            <p:nvSpPr>
              <p:cNvPr descr="b1f17769-7e77-4ef1-842a-2f3683904d2d" id="12" name="Text3">
                <a:extLst>
                  <a:ext uri="{FF2B5EF4-FFF2-40B4-BE49-F238E27FC236}">
                    <a16:creationId id="{F2AC72EF-BCA3-E42B-A232-58340110C0B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数据库脚本（Prisma 迁移文件）及Supabase 数据库实例。</a:t>
                </a:r>
              </a:p>
            </p:txBody>
          </p:sp>
        </p:grpSp>
        <p:grpSp>
          <p:nvGrpSpPr>
            <p:cNvPr descr="3d22c87a-2193-4a3d-81ba-66b4ed58c132" id="70" name="组合 69">
              <a:extLst>
                <a:ext uri="{FF2B5EF4-FFF2-40B4-BE49-F238E27FC236}">
                  <a16:creationId id="{45776CEA-E12E-C433-62D4-E4D8795AE318}"/>
                </a:ext>
              </a:extLst>
            </p:cNvPr>
            <p:cNvGrpSpPr/>
            <p:nvPr/>
          </p:nvGrpSpPr>
          <p:grpSpPr>
            <a:xfrm>
              <a:off x="6223000" y="1761003"/>
              <a:ext cx="5295900" cy="1408612"/>
              <a:chOff x="885625" y="1931699"/>
              <a:chExt cx="5295900" cy="1408612"/>
            </a:xfrm>
          </p:grpSpPr>
          <p:sp>
            <p:nvSpPr>
              <p:cNvPr descr="c4a9fd69-4649-4462-8d57-6a2338877c60" id="83" name="Number4">
                <a:extLst>
                  <a:ext uri="{FF2B5EF4-FFF2-40B4-BE49-F238E27FC236}">
                    <a16:creationId id="{DB3E0239-5953-E5C3-B5CE-D33ADC303D94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162FEA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13b88ccd-4a56-4e60-8f04-d888dbe7fd9b" id="84" name="Bullet4">
                <a:extLst>
                  <a:ext uri="{FF2B5EF4-FFF2-40B4-BE49-F238E27FC236}">
                    <a16:creationId id="{2D6322D5-2688-C66C-0D55-7A67D0341C7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系统测试报告</a:t>
                </a:r>
              </a:p>
            </p:txBody>
          </p:sp>
          <p:sp>
            <p:nvSpPr>
              <p:cNvPr descr="c7f7a819-6be8-4d48-98db-55e64ae15e27" id="85" name="Text4">
                <a:extLst>
                  <a:ext uri="{FF2B5EF4-FFF2-40B4-BE49-F238E27FC236}">
                    <a16:creationId id="{FE0DF0A2-BED7-2B0A-4D81-16D8CF44973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系统测试报告（含功能测试、兼容性测试、性能测试结果）。</a:t>
                </a:r>
              </a:p>
            </p:txBody>
          </p:sp>
        </p:grpSp>
        <p:grpSp>
          <p:nvGrpSpPr>
            <p:cNvPr descr="61ef0a48-8bdb-4326-b809-fd41e5afabd1" id="71" name="组合 70">
              <a:extLst>
                <a:ext uri="{FF2B5EF4-FFF2-40B4-BE49-F238E27FC236}">
                  <a16:creationId id="{60902F24-456E-86FF-A888-C10BC74F79EC}"/>
                </a:ext>
              </a:extLst>
            </p:cNvPr>
            <p:cNvGrpSpPr/>
            <p:nvPr/>
          </p:nvGrpSpPr>
          <p:grpSpPr>
            <a:xfrm>
              <a:off x="6223000" y="3243246"/>
              <a:ext cx="5295900" cy="1408612"/>
              <a:chOff x="885625" y="1931699"/>
              <a:chExt cx="5295900" cy="1408612"/>
            </a:xfrm>
          </p:grpSpPr>
          <p:sp>
            <p:nvSpPr>
              <p:cNvPr descr="70269cce-0456-47cb-8d72-36253f291ef4" id="80" name="Number5">
                <a:extLst>
                  <a:ext uri="{FF2B5EF4-FFF2-40B4-BE49-F238E27FC236}">
                    <a16:creationId id="{27D1DA85-3208-94A6-C1C4-E4CA70184336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162FEA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30ff2b99-6a8a-4bba-88b9-3f5ca8195740" id="81" name="Bullet5">
                <a:extLst>
                  <a:ext uri="{FF2B5EF4-FFF2-40B4-BE49-F238E27FC236}">
                    <a16:creationId id="{DCD509E6-AAE5-D1B7-9923-6AEFC42DD26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用户操作手册</a:t>
                </a:r>
              </a:p>
            </p:txBody>
          </p:sp>
          <p:sp>
            <p:nvSpPr>
              <p:cNvPr descr="b907c4e7-46a5-4d89-b4be-00bed1e87db6" id="82" name="Text5">
                <a:extLst>
                  <a:ext uri="{FF2B5EF4-FFF2-40B4-BE49-F238E27FC236}">
                    <a16:creationId id="{72E6B807-F097-1089-D57F-6389903068A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简单用户操作手册（含核心功能使用步骤）。</a:t>
                </a:r>
              </a:p>
            </p:txBody>
          </p:sp>
        </p:grpSp>
      </p:grpSp>
      <p:sp>
        <p:nvSpPr>
          <p:cNvPr descr="b791c1a0-7510-4086-82d5-0efa95c55e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交付物清单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7cdb4440-886b-4392-9073-4c1c9c3cb72d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6000" u="none">
                <a:solidFill>
                  <a:srgbClr val="FFFFFF"/>
                </a:solidFill>
                <a:ea typeface="微软雅黑"/>
              </a:rPr>
              <a:t>谢谢观看</a:t>
            </a:r>
          </a:p>
        </p:txBody>
      </p:sp>
      <p:sp>
        <p:nvSpPr>
          <p:cNvPr descr="344e5093-a0be-41f8-b866-53ed27e33def" id="6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1200" u="none">
                <a:solidFill>
                  <a:srgbClr val="FFFFFF"/>
                </a:solidFill>
                <a:ea typeface="微软雅黑"/>
              </a:rPr>
              <a:t>报告人名称</a:t>
            </a:r>
          </a:p>
        </p:txBody>
      </p:sp>
      <p:sp>
        <p:nvSpPr>
          <p:cNvPr descr="ca1c93d5-df01-4b05-8e83-d75ab0d39fb1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a7939787-0c71-40a6-8d0b-ba435eff83af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13216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69320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modern"/>
</p:tagLst>
</file>

<file path=ppt/tags/tag3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4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2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5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6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47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84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62FEA"/>
      </a:accent1>
      <a:accent2>
        <a:srgbClr val="FC4921"/>
      </a:accent2>
      <a:accent3>
        <a:srgbClr val="FC4921"/>
      </a:accent3>
      <a:accent4>
        <a:srgbClr val="92D14F"/>
      </a:accent4>
      <a:accent5>
        <a:srgbClr val="FFCE00"/>
      </a:accent5>
      <a:accent6>
        <a:srgbClr val="FC4921"/>
      </a:accent6>
      <a:hlink>
        <a:srgbClr val="FFFFFF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iSlide#a7939787-0c71-40a6-8d0b-ba435eff83af</Template>
  <Manager>iSlide</Manager>
  <Company>iSlide</Company>
  <PresentationFormat>Widescreen</PresentationFormat>
  <Paragraphs>102</Paragraphs>
  <Slides>12</Slides>
  <Notes>7</Notes>
  <TotalTime>6</TotalTime>
  <HiddenSlides>7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7">
      <vt:lpstr>Arial</vt:lpstr>
      <vt:lpstr>微软雅黑</vt:lpstr>
      <vt:lpstr>Calibri Light</vt:lpstr>
      <vt:lpstr>Calibri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2023-06-15T16:00:00Z</dcterms:created>
  <dc:creator>iSlide</dc:creator>
  <cp:lastModifiedBy>iSlide</cp:lastModifiedBy>
  <cp:lastPrinted>2023-06-15T16:00:00Z</cp:lastPrinted>
  <dcterms:modified xsi:type="dcterms:W3CDTF">2024-01-12T10:38:55Z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a7939787-0c71-40a6-8d0b-ba435eff83af</vt:lpwstr>
  </property>
</Properties>
</file>